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30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181C5-8D9F-490B-BB4A-904282AA6613}" v="387" dt="2026-10-28T16:38:07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5706" autoAdjust="0"/>
  </p:normalViewPr>
  <p:slideViewPr>
    <p:cSldViewPr snapToGrid="0">
      <p:cViewPr varScale="1">
        <p:scale>
          <a:sx n="90" d="100"/>
          <a:sy n="90" d="100"/>
        </p:scale>
        <p:origin x="9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SRI" userId="a8a9343bd9d4fbec" providerId="LiveId" clId="{EB6DB6A6-3089-4F87-AC40-4A040A1F14AC}"/>
    <pc:docChg chg="custSel addSld delSld modSld sldOrd">
      <pc:chgData name="KEERTHI SRI" userId="a8a9343bd9d4fbec" providerId="LiveId" clId="{EB6DB6A6-3089-4F87-AC40-4A040A1F14AC}" dt="2026-10-28T16:38:07.858" v="5619"/>
      <pc:docMkLst>
        <pc:docMk/>
      </pc:docMkLst>
      <pc:sldChg chg="modSp mod ord">
        <pc:chgData name="KEERTHI SRI" userId="a8a9343bd9d4fbec" providerId="LiveId" clId="{EB6DB6A6-3089-4F87-AC40-4A040A1F14AC}" dt="2026-10-25T13:31:49.610" v="2409" actId="20577"/>
        <pc:sldMkLst>
          <pc:docMk/>
          <pc:sldMk cId="3724355888" sldId="257"/>
        </pc:sldMkLst>
        <pc:spChg chg="mod">
          <ac:chgData name="KEERTHI SRI" userId="a8a9343bd9d4fbec" providerId="LiveId" clId="{EB6DB6A6-3089-4F87-AC40-4A040A1F14AC}" dt="2026-10-25T13:31:49.610" v="2409" actId="20577"/>
          <ac:spMkLst>
            <pc:docMk/>
            <pc:sldMk cId="3724355888" sldId="257"/>
            <ac:spMk id="6" creationId="{DFB7E80F-5014-5803-6D7E-B10F829AB492}"/>
          </ac:spMkLst>
        </pc:spChg>
      </pc:sldChg>
      <pc:sldChg chg="delSp modSp mod">
        <pc:chgData name="KEERTHI SRI" userId="a8a9343bd9d4fbec" providerId="LiveId" clId="{EB6DB6A6-3089-4F87-AC40-4A040A1F14AC}" dt="2026-10-25T13:59:39.707" v="2822" actId="207"/>
        <pc:sldMkLst>
          <pc:docMk/>
          <pc:sldMk cId="279723714" sldId="258"/>
        </pc:sldMkLst>
        <pc:spChg chg="mod">
          <ac:chgData name="KEERTHI SRI" userId="a8a9343bd9d4fbec" providerId="LiveId" clId="{EB6DB6A6-3089-4F87-AC40-4A040A1F14AC}" dt="2026-10-25T13:59:30.858" v="2821" actId="207"/>
          <ac:spMkLst>
            <pc:docMk/>
            <pc:sldMk cId="279723714" sldId="258"/>
            <ac:spMk id="11" creationId="{D47A83F0-74B0-6B82-AA48-43123C1AF8FA}"/>
          </ac:spMkLst>
        </pc:spChg>
        <pc:spChg chg="mod">
          <ac:chgData name="KEERTHI SRI" userId="a8a9343bd9d4fbec" providerId="LiveId" clId="{EB6DB6A6-3089-4F87-AC40-4A040A1F14AC}" dt="2026-10-25T13:59:39.707" v="2822" actId="207"/>
          <ac:spMkLst>
            <pc:docMk/>
            <pc:sldMk cId="279723714" sldId="258"/>
            <ac:spMk id="14" creationId="{0FE4AB27-2AD7-7FB1-53C3-62C91DCA4CDA}"/>
          </ac:spMkLst>
        </pc:spChg>
      </pc:sldChg>
      <pc:sldChg chg="modSp mod">
        <pc:chgData name="KEERTHI SRI" userId="a8a9343bd9d4fbec" providerId="LiveId" clId="{EB6DB6A6-3089-4F87-AC40-4A040A1F14AC}" dt="2026-10-25T14:00:09.923" v="2823" actId="13822"/>
        <pc:sldMkLst>
          <pc:docMk/>
          <pc:sldMk cId="345434956" sldId="259"/>
        </pc:sldMkLst>
        <pc:spChg chg="mod">
          <ac:chgData name="KEERTHI SRI" userId="a8a9343bd9d4fbec" providerId="LiveId" clId="{EB6DB6A6-3089-4F87-AC40-4A040A1F14AC}" dt="2026-10-25T14:00:09.923" v="2823" actId="13822"/>
          <ac:spMkLst>
            <pc:docMk/>
            <pc:sldMk cId="345434956" sldId="259"/>
            <ac:spMk id="4" creationId="{ECFE3233-25DF-81E3-DFA0-984737C3EBA0}"/>
          </ac:spMkLst>
        </pc:spChg>
        <pc:spChg chg="mod">
          <ac:chgData name="KEERTHI SRI" userId="a8a9343bd9d4fbec" providerId="LiveId" clId="{EB6DB6A6-3089-4F87-AC40-4A040A1F14AC}" dt="2026-10-25T11:30:25.068" v="1055" actId="13822"/>
          <ac:spMkLst>
            <pc:docMk/>
            <pc:sldMk cId="345434956" sldId="259"/>
            <ac:spMk id="8" creationId="{4F5FD1D0-7BD9-3986-809F-A47F092AD1FA}"/>
          </ac:spMkLst>
        </pc:spChg>
      </pc:sldChg>
      <pc:sldChg chg="addSp delSp modSp mod">
        <pc:chgData name="KEERTHI SRI" userId="a8a9343bd9d4fbec" providerId="LiveId" clId="{EB6DB6A6-3089-4F87-AC40-4A040A1F14AC}" dt="2026-10-25T15:20:42.693" v="4065" actId="14100"/>
        <pc:sldMkLst>
          <pc:docMk/>
          <pc:sldMk cId="1218881803" sldId="260"/>
        </pc:sldMkLst>
        <pc:spChg chg="mod">
          <ac:chgData name="KEERTHI SRI" userId="a8a9343bd9d4fbec" providerId="LiveId" clId="{EB6DB6A6-3089-4F87-AC40-4A040A1F14AC}" dt="2026-10-25T15:20:42.693" v="4065" actId="14100"/>
          <ac:spMkLst>
            <pc:docMk/>
            <pc:sldMk cId="1218881803" sldId="260"/>
            <ac:spMk id="2" creationId="{3205C45A-B3A0-6972-4F9C-E17364D1005F}"/>
          </ac:spMkLst>
        </pc:spChg>
        <pc:spChg chg="add mod">
          <ac:chgData name="KEERTHI SRI" userId="a8a9343bd9d4fbec" providerId="LiveId" clId="{EB6DB6A6-3089-4F87-AC40-4A040A1F14AC}" dt="2026-10-25T07:32:33.043" v="4" actId="14100"/>
          <ac:spMkLst>
            <pc:docMk/>
            <pc:sldMk cId="1218881803" sldId="260"/>
            <ac:spMk id="4" creationId="{1478F8FA-35BB-FAC8-FACF-1F8F2EC28E31}"/>
          </ac:spMkLst>
        </pc:spChg>
        <pc:spChg chg="mod">
          <ac:chgData name="KEERTHI SRI" userId="a8a9343bd9d4fbec" providerId="LiveId" clId="{EB6DB6A6-3089-4F87-AC40-4A040A1F14AC}" dt="2026-10-25T14:00:37.916" v="2827" actId="207"/>
          <ac:spMkLst>
            <pc:docMk/>
            <pc:sldMk cId="1218881803" sldId="260"/>
            <ac:spMk id="5" creationId="{E92D6791-5096-E4CF-7541-B23D85E5B18F}"/>
          </ac:spMkLst>
        </pc:spChg>
        <pc:spChg chg="mod">
          <ac:chgData name="KEERTHI SRI" userId="a8a9343bd9d4fbec" providerId="LiveId" clId="{EB6DB6A6-3089-4F87-AC40-4A040A1F14AC}" dt="2026-10-25T11:11:00.577" v="809" actId="1076"/>
          <ac:spMkLst>
            <pc:docMk/>
            <pc:sldMk cId="1218881803" sldId="260"/>
            <ac:spMk id="6" creationId="{31B666F3-0CC6-7D66-7BAB-4D3FF5C25ECF}"/>
          </ac:spMkLst>
        </pc:spChg>
        <pc:spChg chg="add mod">
          <ac:chgData name="KEERTHI SRI" userId="a8a9343bd9d4fbec" providerId="LiveId" clId="{EB6DB6A6-3089-4F87-AC40-4A040A1F14AC}" dt="2026-10-25T14:01:03.232" v="2830" actId="207"/>
          <ac:spMkLst>
            <pc:docMk/>
            <pc:sldMk cId="1218881803" sldId="260"/>
            <ac:spMk id="7" creationId="{10601E02-6385-B77C-6616-8BBD04036C1D}"/>
          </ac:spMkLst>
        </pc:spChg>
      </pc:sldChg>
      <pc:sldChg chg="addSp delSp modSp mod">
        <pc:chgData name="KEERTHI SRI" userId="a8a9343bd9d4fbec" providerId="LiveId" clId="{EB6DB6A6-3089-4F87-AC40-4A040A1F14AC}" dt="2026-10-25T11:17:33.092" v="861" actId="1076"/>
        <pc:sldMkLst>
          <pc:docMk/>
          <pc:sldMk cId="1623478948" sldId="261"/>
        </pc:sldMkLst>
        <pc:spChg chg="add mod">
          <ac:chgData name="KEERTHI SRI" userId="a8a9343bd9d4fbec" providerId="LiveId" clId="{EB6DB6A6-3089-4F87-AC40-4A040A1F14AC}" dt="2026-10-25T09:08:29.976" v="64" actId="14100"/>
          <ac:spMkLst>
            <pc:docMk/>
            <pc:sldMk cId="1623478948" sldId="261"/>
            <ac:spMk id="3" creationId="{B5257556-2556-8E1E-A520-4B6596733448}"/>
          </ac:spMkLst>
        </pc:spChg>
        <pc:spChg chg="add mod">
          <ac:chgData name="KEERTHI SRI" userId="a8a9343bd9d4fbec" providerId="LiveId" clId="{EB6DB6A6-3089-4F87-AC40-4A040A1F14AC}" dt="2026-10-25T09:19:41.986" v="190" actId="14100"/>
          <ac:spMkLst>
            <pc:docMk/>
            <pc:sldMk cId="1623478948" sldId="261"/>
            <ac:spMk id="4" creationId="{B0C5E6B7-3C70-7253-2E38-2FE18490BD25}"/>
          </ac:spMkLst>
        </pc:spChg>
        <pc:spChg chg="add mod">
          <ac:chgData name="KEERTHI SRI" userId="a8a9343bd9d4fbec" providerId="LiveId" clId="{EB6DB6A6-3089-4F87-AC40-4A040A1F14AC}" dt="2026-10-25T09:19:59.192" v="192" actId="207"/>
          <ac:spMkLst>
            <pc:docMk/>
            <pc:sldMk cId="1623478948" sldId="261"/>
            <ac:spMk id="11" creationId="{BADC455E-0209-8422-49FC-F708E1E137B6}"/>
          </ac:spMkLst>
        </pc:spChg>
        <pc:spChg chg="add mod">
          <ac:chgData name="KEERTHI SRI" userId="a8a9343bd9d4fbec" providerId="LiveId" clId="{EB6DB6A6-3089-4F87-AC40-4A040A1F14AC}" dt="2026-10-25T09:27:20.844" v="237" actId="14100"/>
          <ac:spMkLst>
            <pc:docMk/>
            <pc:sldMk cId="1623478948" sldId="261"/>
            <ac:spMk id="14" creationId="{A77A2B25-47F4-D3CF-5C58-3381707C10DF}"/>
          </ac:spMkLst>
        </pc:spChg>
        <pc:spChg chg="add mod">
          <ac:chgData name="KEERTHI SRI" userId="a8a9343bd9d4fbec" providerId="LiveId" clId="{EB6DB6A6-3089-4F87-AC40-4A040A1F14AC}" dt="2026-10-25T09:27:34.150" v="240"/>
          <ac:spMkLst>
            <pc:docMk/>
            <pc:sldMk cId="1623478948" sldId="261"/>
            <ac:spMk id="15" creationId="{35E0DA77-21EC-7837-4043-80C95ABB3BF5}"/>
          </ac:spMkLst>
        </pc:spChg>
        <pc:picChg chg="add mod modCrop">
          <ac:chgData name="KEERTHI SRI" userId="a8a9343bd9d4fbec" providerId="LiveId" clId="{EB6DB6A6-3089-4F87-AC40-4A040A1F14AC}" dt="2026-10-25T11:17:33.092" v="861" actId="1076"/>
          <ac:picMkLst>
            <pc:docMk/>
            <pc:sldMk cId="1623478948" sldId="261"/>
            <ac:picMk id="5" creationId="{2B53DE15-F6F5-658A-C0C2-CD376B7532D8}"/>
          </ac:picMkLst>
        </pc:picChg>
        <pc:picChg chg="add mod">
          <ac:chgData name="KEERTHI SRI" userId="a8a9343bd9d4fbec" providerId="LiveId" clId="{EB6DB6A6-3089-4F87-AC40-4A040A1F14AC}" dt="2026-10-25T09:26:59.150" v="234" actId="1076"/>
          <ac:picMkLst>
            <pc:docMk/>
            <pc:sldMk cId="1623478948" sldId="261"/>
            <ac:picMk id="9" creationId="{BC484F56-B92C-5A8F-5011-55B63F43B66F}"/>
          </ac:picMkLst>
        </pc:picChg>
      </pc:sldChg>
      <pc:sldChg chg="addSp delSp modSp new mod">
        <pc:chgData name="KEERTHI SRI" userId="a8a9343bd9d4fbec" providerId="LiveId" clId="{EB6DB6A6-3089-4F87-AC40-4A040A1F14AC}" dt="2026-10-25T14:03:07.326" v="2838" actId="208"/>
        <pc:sldMkLst>
          <pc:docMk/>
          <pc:sldMk cId="4181821439" sldId="262"/>
        </pc:sldMkLst>
        <pc:spChg chg="add mod">
          <ac:chgData name="KEERTHI SRI" userId="a8a9343bd9d4fbec" providerId="LiveId" clId="{EB6DB6A6-3089-4F87-AC40-4A040A1F14AC}" dt="2026-10-25T09:46:02.824" v="267" actId="14100"/>
          <ac:spMkLst>
            <pc:docMk/>
            <pc:sldMk cId="4181821439" sldId="262"/>
            <ac:spMk id="2" creationId="{91CB7F90-DDA5-5418-B764-DF163BBD59BD}"/>
          </ac:spMkLst>
        </pc:spChg>
        <pc:spChg chg="add mod">
          <ac:chgData name="KEERTHI SRI" userId="a8a9343bd9d4fbec" providerId="LiveId" clId="{EB6DB6A6-3089-4F87-AC40-4A040A1F14AC}" dt="2026-10-25T09:57:40.627" v="320" actId="14100"/>
          <ac:spMkLst>
            <pc:docMk/>
            <pc:sldMk cId="4181821439" sldId="262"/>
            <ac:spMk id="6" creationId="{F83C6DCD-851B-0A4F-55F3-666CABEBF316}"/>
          </ac:spMkLst>
        </pc:spChg>
        <pc:spChg chg="add mod">
          <ac:chgData name="KEERTHI SRI" userId="a8a9343bd9d4fbec" providerId="LiveId" clId="{EB6DB6A6-3089-4F87-AC40-4A040A1F14AC}" dt="2026-10-25T14:01:40.952" v="2832" actId="207"/>
          <ac:spMkLst>
            <pc:docMk/>
            <pc:sldMk cId="4181821439" sldId="262"/>
            <ac:spMk id="7" creationId="{8554CAA1-7F65-7FC3-767D-949D7D45D329}"/>
          </ac:spMkLst>
        </pc:spChg>
        <pc:spChg chg="add mod">
          <ac:chgData name="KEERTHI SRI" userId="a8a9343bd9d4fbec" providerId="LiveId" clId="{EB6DB6A6-3089-4F87-AC40-4A040A1F14AC}" dt="2026-10-25T10:02:45.618" v="343" actId="14100"/>
          <ac:spMkLst>
            <pc:docMk/>
            <pc:sldMk cId="4181821439" sldId="262"/>
            <ac:spMk id="8" creationId="{ECCE3C7E-CF1E-9188-3A8C-02946B5F08E3}"/>
          </ac:spMkLst>
        </pc:spChg>
        <pc:spChg chg="add mod">
          <ac:chgData name="KEERTHI SRI" userId="a8a9343bd9d4fbec" providerId="LiveId" clId="{EB6DB6A6-3089-4F87-AC40-4A040A1F14AC}" dt="2026-10-25T14:03:07.326" v="2838" actId="208"/>
          <ac:spMkLst>
            <pc:docMk/>
            <pc:sldMk cId="4181821439" sldId="262"/>
            <ac:spMk id="11" creationId="{77FE1787-CEB0-DF5E-DE8B-47EFE001A4EF}"/>
          </ac:spMkLst>
        </pc:spChg>
      </pc:sldChg>
      <pc:sldChg chg="addSp delSp modSp new mod">
        <pc:chgData name="KEERTHI SRI" userId="a8a9343bd9d4fbec" providerId="LiveId" clId="{EB6DB6A6-3089-4F87-AC40-4A040A1F14AC}" dt="2026-10-25T12:41:31.767" v="1515" actId="208"/>
        <pc:sldMkLst>
          <pc:docMk/>
          <pc:sldMk cId="2823350540" sldId="263"/>
        </pc:sldMkLst>
        <pc:spChg chg="add mod">
          <ac:chgData name="KEERTHI SRI" userId="a8a9343bd9d4fbec" providerId="LiveId" clId="{EB6DB6A6-3089-4F87-AC40-4A040A1F14AC}" dt="2026-10-25T10:06:03.730" v="395" actId="255"/>
          <ac:spMkLst>
            <pc:docMk/>
            <pc:sldMk cId="2823350540" sldId="263"/>
            <ac:spMk id="2" creationId="{F55CA6C9-B996-6E3F-3004-C828378CF748}"/>
          </ac:spMkLst>
        </pc:spChg>
        <pc:spChg chg="add mod">
          <ac:chgData name="KEERTHI SRI" userId="a8a9343bd9d4fbec" providerId="LiveId" clId="{EB6DB6A6-3089-4F87-AC40-4A040A1F14AC}" dt="2026-10-25T10:06:27.379" v="409" actId="14100"/>
          <ac:spMkLst>
            <pc:docMk/>
            <pc:sldMk cId="2823350540" sldId="263"/>
            <ac:spMk id="3" creationId="{84D62222-DD6E-F6A5-B01E-78E905EB0A9E}"/>
          </ac:spMkLst>
        </pc:spChg>
        <pc:spChg chg="add mod">
          <ac:chgData name="KEERTHI SRI" userId="a8a9343bd9d4fbec" providerId="LiveId" clId="{EB6DB6A6-3089-4F87-AC40-4A040A1F14AC}" dt="2026-10-25T12:41:31.767" v="1515" actId="208"/>
          <ac:spMkLst>
            <pc:docMk/>
            <pc:sldMk cId="2823350540" sldId="263"/>
            <ac:spMk id="4" creationId="{AEE32057-9D25-2C4A-9099-BC6A316F2199}"/>
          </ac:spMkLst>
        </pc:spChg>
        <pc:spChg chg="add mod">
          <ac:chgData name="KEERTHI SRI" userId="a8a9343bd9d4fbec" providerId="LiveId" clId="{EB6DB6A6-3089-4F87-AC40-4A040A1F14AC}" dt="2026-10-25T10:35:52.624" v="429" actId="14100"/>
          <ac:spMkLst>
            <pc:docMk/>
            <pc:sldMk cId="2823350540" sldId="263"/>
            <ac:spMk id="6" creationId="{2C04A91D-C3D8-1F64-13AC-562EAA8E8181}"/>
          </ac:spMkLst>
        </pc:spChg>
        <pc:picChg chg="add mod">
          <ac:chgData name="KEERTHI SRI" userId="a8a9343bd9d4fbec" providerId="LiveId" clId="{EB6DB6A6-3089-4F87-AC40-4A040A1F14AC}" dt="2026-10-25T11:30:33.066" v="1056" actId="13822"/>
          <ac:picMkLst>
            <pc:docMk/>
            <pc:sldMk cId="2823350540" sldId="263"/>
            <ac:picMk id="13" creationId="{C7CEE372-C4F8-8548-3A68-2294079603C8}"/>
          </ac:picMkLst>
        </pc:picChg>
      </pc:sldChg>
      <pc:sldChg chg="addSp delSp modSp new mod">
        <pc:chgData name="KEERTHI SRI" userId="a8a9343bd9d4fbec" providerId="LiveId" clId="{EB6DB6A6-3089-4F87-AC40-4A040A1F14AC}" dt="2026-10-25T15:20:55.990" v="4070" actId="20577"/>
        <pc:sldMkLst>
          <pc:docMk/>
          <pc:sldMk cId="1056282462" sldId="264"/>
        </pc:sldMkLst>
        <pc:spChg chg="add mod">
          <ac:chgData name="KEERTHI SRI" userId="a8a9343bd9d4fbec" providerId="LiveId" clId="{EB6DB6A6-3089-4F87-AC40-4A040A1F14AC}" dt="2026-10-25T15:20:55.990" v="4070" actId="20577"/>
          <ac:spMkLst>
            <pc:docMk/>
            <pc:sldMk cId="1056282462" sldId="264"/>
            <ac:spMk id="2" creationId="{1FA03A79-3EF0-0A8F-8773-350570273EC2}"/>
          </ac:spMkLst>
        </pc:spChg>
        <pc:spChg chg="add mod">
          <ac:chgData name="KEERTHI SRI" userId="a8a9343bd9d4fbec" providerId="LiveId" clId="{EB6DB6A6-3089-4F87-AC40-4A040A1F14AC}" dt="2026-10-25T10:47:35.398" v="562" actId="14100"/>
          <ac:spMkLst>
            <pc:docMk/>
            <pc:sldMk cId="1056282462" sldId="264"/>
            <ac:spMk id="3" creationId="{4AC6C2E7-994E-E11B-6D95-D00B1C29FC80}"/>
          </ac:spMkLst>
        </pc:spChg>
        <pc:spChg chg="add mod">
          <ac:chgData name="KEERTHI SRI" userId="a8a9343bd9d4fbec" providerId="LiveId" clId="{EB6DB6A6-3089-4F87-AC40-4A040A1F14AC}" dt="2026-10-25T12:41:14.909" v="1514" actId="208"/>
          <ac:spMkLst>
            <pc:docMk/>
            <pc:sldMk cId="1056282462" sldId="264"/>
            <ac:spMk id="4" creationId="{CD1D7355-2DBC-D9B9-A717-64E2A21FD18E}"/>
          </ac:spMkLst>
        </pc:spChg>
        <pc:spChg chg="add mod">
          <ac:chgData name="KEERTHI SRI" userId="a8a9343bd9d4fbec" providerId="LiveId" clId="{EB6DB6A6-3089-4F87-AC40-4A040A1F14AC}" dt="2026-10-25T10:52:34.686" v="612" actId="14100"/>
          <ac:spMkLst>
            <pc:docMk/>
            <pc:sldMk cId="1056282462" sldId="264"/>
            <ac:spMk id="6" creationId="{0F9B1044-2051-7AA0-E374-7BBEB8F55AA3}"/>
          </ac:spMkLst>
        </pc:spChg>
        <pc:spChg chg="add mod">
          <ac:chgData name="KEERTHI SRI" userId="a8a9343bd9d4fbec" providerId="LiveId" clId="{EB6DB6A6-3089-4F87-AC40-4A040A1F14AC}" dt="2026-10-25T10:54:49.904" v="635"/>
          <ac:spMkLst>
            <pc:docMk/>
            <pc:sldMk cId="1056282462" sldId="264"/>
            <ac:spMk id="10" creationId="{0C93E2CF-803A-DE1B-3288-6E3EB9664E51}"/>
          </ac:spMkLst>
        </pc:spChg>
      </pc:sldChg>
      <pc:sldChg chg="addSp delSp modSp new mod">
        <pc:chgData name="KEERTHI SRI" userId="a8a9343bd9d4fbec" providerId="LiveId" clId="{EB6DB6A6-3089-4F87-AC40-4A040A1F14AC}" dt="2026-10-25T12:39:30.445" v="1512" actId="207"/>
        <pc:sldMkLst>
          <pc:docMk/>
          <pc:sldMk cId="2888948457" sldId="265"/>
        </pc:sldMkLst>
        <pc:spChg chg="add mod">
          <ac:chgData name="KEERTHI SRI" userId="a8a9343bd9d4fbec" providerId="LiveId" clId="{EB6DB6A6-3089-4F87-AC40-4A040A1F14AC}" dt="2026-10-25T10:58:45.859" v="686" actId="255"/>
          <ac:spMkLst>
            <pc:docMk/>
            <pc:sldMk cId="2888948457" sldId="265"/>
            <ac:spMk id="2" creationId="{C37C1B68-7537-F650-60AC-2FA6E961CED3}"/>
          </ac:spMkLst>
        </pc:spChg>
        <pc:spChg chg="add mod">
          <ac:chgData name="KEERTHI SRI" userId="a8a9343bd9d4fbec" providerId="LiveId" clId="{EB6DB6A6-3089-4F87-AC40-4A040A1F14AC}" dt="2026-10-25T11:00:16.202" v="722" actId="1076"/>
          <ac:spMkLst>
            <pc:docMk/>
            <pc:sldMk cId="2888948457" sldId="265"/>
            <ac:spMk id="3" creationId="{055D658A-B89F-2C4B-6AD9-E0E683BBA9AD}"/>
          </ac:spMkLst>
        </pc:spChg>
        <pc:spChg chg="add mod">
          <ac:chgData name="KEERTHI SRI" userId="a8a9343bd9d4fbec" providerId="LiveId" clId="{EB6DB6A6-3089-4F87-AC40-4A040A1F14AC}" dt="2026-10-25T11:06:50.569" v="770" actId="1076"/>
          <ac:spMkLst>
            <pc:docMk/>
            <pc:sldMk cId="2888948457" sldId="265"/>
            <ac:spMk id="7" creationId="{EE2813F0-636B-E7DE-CBA2-741E8F293A3F}"/>
          </ac:spMkLst>
        </pc:spChg>
        <pc:spChg chg="add mod">
          <ac:chgData name="KEERTHI SRI" userId="a8a9343bd9d4fbec" providerId="LiveId" clId="{EB6DB6A6-3089-4F87-AC40-4A040A1F14AC}" dt="2026-10-25T11:08:07.627" v="797" actId="1076"/>
          <ac:spMkLst>
            <pc:docMk/>
            <pc:sldMk cId="2888948457" sldId="265"/>
            <ac:spMk id="14" creationId="{F4015260-D861-4E3D-C537-7C498C4A6F2B}"/>
          </ac:spMkLst>
        </pc:spChg>
        <pc:spChg chg="add mod">
          <ac:chgData name="KEERTHI SRI" userId="a8a9343bd9d4fbec" providerId="LiveId" clId="{EB6DB6A6-3089-4F87-AC40-4A040A1F14AC}" dt="2026-10-25T12:39:30.445" v="1512" actId="207"/>
          <ac:spMkLst>
            <pc:docMk/>
            <pc:sldMk cId="2888948457" sldId="265"/>
            <ac:spMk id="16" creationId="{C9161B07-369B-7190-AE83-B91C6A9476C3}"/>
          </ac:spMkLst>
        </pc:spChg>
        <pc:graphicFrameChg chg="add mod modGraphic">
          <ac:chgData name="KEERTHI SRI" userId="a8a9343bd9d4fbec" providerId="LiveId" clId="{EB6DB6A6-3089-4F87-AC40-4A040A1F14AC}" dt="2026-10-25T11:08:23.658" v="802" actId="14100"/>
          <ac:graphicFrameMkLst>
            <pc:docMk/>
            <pc:sldMk cId="2888948457" sldId="265"/>
            <ac:graphicFrameMk id="5" creationId="{FDF3FA04-147A-E437-CD22-99E837BD16CE}"/>
          </ac:graphicFrameMkLst>
        </pc:graphicFrameChg>
        <pc:picChg chg="add mod modCrop">
          <ac:chgData name="KEERTHI SRI" userId="a8a9343bd9d4fbec" providerId="LiveId" clId="{EB6DB6A6-3089-4F87-AC40-4A040A1F14AC}" dt="2026-10-25T11:07:43.870" v="784" actId="1076"/>
          <ac:picMkLst>
            <pc:docMk/>
            <pc:sldMk cId="2888948457" sldId="265"/>
            <ac:picMk id="13" creationId="{EF0B68F8-8589-FD55-3340-E4507A430594}"/>
          </ac:picMkLst>
        </pc:picChg>
      </pc:sldChg>
      <pc:sldChg chg="addSp delSp modSp new mod">
        <pc:chgData name="KEERTHI SRI" userId="a8a9343bd9d4fbec" providerId="LiveId" clId="{EB6DB6A6-3089-4F87-AC40-4A040A1F14AC}" dt="2026-10-25T12:39:13.800" v="1511" actId="207"/>
        <pc:sldMkLst>
          <pc:docMk/>
          <pc:sldMk cId="643855076" sldId="266"/>
        </pc:sldMkLst>
        <pc:spChg chg="add mod">
          <ac:chgData name="KEERTHI SRI" userId="a8a9343bd9d4fbec" providerId="LiveId" clId="{EB6DB6A6-3089-4F87-AC40-4A040A1F14AC}" dt="2026-10-25T11:19:23.874" v="895" actId="14100"/>
          <ac:spMkLst>
            <pc:docMk/>
            <pc:sldMk cId="643855076" sldId="266"/>
            <ac:spMk id="2" creationId="{4A656778-6121-4945-F2FE-534DEE302D39}"/>
          </ac:spMkLst>
        </pc:spChg>
        <pc:spChg chg="add mod">
          <ac:chgData name="KEERTHI SRI" userId="a8a9343bd9d4fbec" providerId="LiveId" clId="{EB6DB6A6-3089-4F87-AC40-4A040A1F14AC}" dt="2026-10-25T11:19:55.509" v="909" actId="255"/>
          <ac:spMkLst>
            <pc:docMk/>
            <pc:sldMk cId="643855076" sldId="266"/>
            <ac:spMk id="3" creationId="{918CF07A-3631-8D73-B5C6-B26ABF2C0702}"/>
          </ac:spMkLst>
        </pc:spChg>
        <pc:spChg chg="add mod">
          <ac:chgData name="KEERTHI SRI" userId="a8a9343bd9d4fbec" providerId="LiveId" clId="{EB6DB6A6-3089-4F87-AC40-4A040A1F14AC}" dt="2026-10-25T12:39:01.689" v="1510" actId="207"/>
          <ac:spMkLst>
            <pc:docMk/>
            <pc:sldMk cId="643855076" sldId="266"/>
            <ac:spMk id="6" creationId="{D6C6862B-8F36-4D78-7C0F-7C2CC2BDACB1}"/>
          </ac:spMkLst>
        </pc:spChg>
        <pc:spChg chg="add mod">
          <ac:chgData name="KEERTHI SRI" userId="a8a9343bd9d4fbec" providerId="LiveId" clId="{EB6DB6A6-3089-4F87-AC40-4A040A1F14AC}" dt="2026-10-25T11:23:43.431" v="935" actId="14100"/>
          <ac:spMkLst>
            <pc:docMk/>
            <pc:sldMk cId="643855076" sldId="266"/>
            <ac:spMk id="7" creationId="{BC7EB188-8C8D-762D-1947-6151794756C2}"/>
          </ac:spMkLst>
        </pc:spChg>
        <pc:spChg chg="add mod">
          <ac:chgData name="KEERTHI SRI" userId="a8a9343bd9d4fbec" providerId="LiveId" clId="{EB6DB6A6-3089-4F87-AC40-4A040A1F14AC}" dt="2026-10-25T12:39:13.800" v="1511" actId="207"/>
          <ac:spMkLst>
            <pc:docMk/>
            <pc:sldMk cId="643855076" sldId="266"/>
            <ac:spMk id="8" creationId="{F6363923-D37A-6A6F-15B7-15A724390FF7}"/>
          </ac:spMkLst>
        </pc:spChg>
      </pc:sldChg>
      <pc:sldChg chg="addSp delSp modSp new mod">
        <pc:chgData name="KEERTHI SRI" userId="a8a9343bd9d4fbec" providerId="LiveId" clId="{EB6DB6A6-3089-4F87-AC40-4A040A1F14AC}" dt="2026-10-25T12:38:49.134" v="1509" actId="207"/>
        <pc:sldMkLst>
          <pc:docMk/>
          <pc:sldMk cId="2523735922" sldId="267"/>
        </pc:sldMkLst>
        <pc:spChg chg="add mod">
          <ac:chgData name="KEERTHI SRI" userId="a8a9343bd9d4fbec" providerId="LiveId" clId="{EB6DB6A6-3089-4F87-AC40-4A040A1F14AC}" dt="2026-10-25T11:24:58.538" v="993" actId="255"/>
          <ac:spMkLst>
            <pc:docMk/>
            <pc:sldMk cId="2523735922" sldId="267"/>
            <ac:spMk id="2" creationId="{6D6A0EBE-6790-B698-DFC4-75AA4DCDFA89}"/>
          </ac:spMkLst>
        </pc:spChg>
        <pc:spChg chg="add mod">
          <ac:chgData name="KEERTHI SRI" userId="a8a9343bd9d4fbec" providerId="LiveId" clId="{EB6DB6A6-3089-4F87-AC40-4A040A1F14AC}" dt="2026-10-25T11:25:22.838" v="1007" actId="1076"/>
          <ac:spMkLst>
            <pc:docMk/>
            <pc:sldMk cId="2523735922" sldId="267"/>
            <ac:spMk id="3" creationId="{3AF97902-DBCE-E2DF-0BED-DF43C9E2B745}"/>
          </ac:spMkLst>
        </pc:spChg>
        <pc:spChg chg="add mod">
          <ac:chgData name="KEERTHI SRI" userId="a8a9343bd9d4fbec" providerId="LiveId" clId="{EB6DB6A6-3089-4F87-AC40-4A040A1F14AC}" dt="2026-10-25T12:38:49.134" v="1509" actId="207"/>
          <ac:spMkLst>
            <pc:docMk/>
            <pc:sldMk cId="2523735922" sldId="267"/>
            <ac:spMk id="5" creationId="{ED75C628-B04A-7B9C-C7E0-651161CA89B9}"/>
          </ac:spMkLst>
        </pc:spChg>
        <pc:spChg chg="add mod">
          <ac:chgData name="KEERTHI SRI" userId="a8a9343bd9d4fbec" providerId="LiveId" clId="{EB6DB6A6-3089-4F87-AC40-4A040A1F14AC}" dt="2026-10-25T11:26:40.969" v="1026" actId="255"/>
          <ac:spMkLst>
            <pc:docMk/>
            <pc:sldMk cId="2523735922" sldId="267"/>
            <ac:spMk id="6" creationId="{9EF7C2D5-AF95-EA16-E17B-06404173E419}"/>
          </ac:spMkLst>
        </pc:spChg>
        <pc:spChg chg="add mod ord">
          <ac:chgData name="KEERTHI SRI" userId="a8a9343bd9d4fbec" providerId="LiveId" clId="{EB6DB6A6-3089-4F87-AC40-4A040A1F14AC}" dt="2026-10-25T11:34:40.032" v="1089" actId="170"/>
          <ac:spMkLst>
            <pc:docMk/>
            <pc:sldMk cId="2523735922" sldId="267"/>
            <ac:spMk id="9" creationId="{675E108F-5FD5-DAE1-C45E-2DDE10B01131}"/>
          </ac:spMkLst>
        </pc:spChg>
        <pc:spChg chg="add mod">
          <ac:chgData name="KEERTHI SRI" userId="a8a9343bd9d4fbec" providerId="LiveId" clId="{EB6DB6A6-3089-4F87-AC40-4A040A1F14AC}" dt="2026-10-25T11:31:47.460" v="1068" actId="14100"/>
          <ac:spMkLst>
            <pc:docMk/>
            <pc:sldMk cId="2523735922" sldId="267"/>
            <ac:spMk id="10" creationId="{D2B54B3A-4058-85B3-8657-1AD7F025E66B}"/>
          </ac:spMkLst>
        </pc:spChg>
        <pc:spChg chg="add mod">
          <ac:chgData name="KEERTHI SRI" userId="a8a9343bd9d4fbec" providerId="LiveId" clId="{EB6DB6A6-3089-4F87-AC40-4A040A1F14AC}" dt="2026-10-25T11:33:09.194" v="1082" actId="14100"/>
          <ac:spMkLst>
            <pc:docMk/>
            <pc:sldMk cId="2523735922" sldId="267"/>
            <ac:spMk id="11" creationId="{D831D4D2-4BCA-CAC8-305D-05BCF9AA2D7D}"/>
          </ac:spMkLst>
        </pc:spChg>
        <pc:spChg chg="add mod">
          <ac:chgData name="KEERTHI SRI" userId="a8a9343bd9d4fbec" providerId="LiveId" clId="{EB6DB6A6-3089-4F87-AC40-4A040A1F14AC}" dt="2026-10-25T11:34:27.244" v="1088" actId="14100"/>
          <ac:spMkLst>
            <pc:docMk/>
            <pc:sldMk cId="2523735922" sldId="267"/>
            <ac:spMk id="12" creationId="{AA865ACF-6A44-4033-0832-02BAF0D5C13B}"/>
          </ac:spMkLst>
        </pc:spChg>
        <pc:spChg chg="add mod">
          <ac:chgData name="KEERTHI SRI" userId="a8a9343bd9d4fbec" providerId="LiveId" clId="{EB6DB6A6-3089-4F87-AC40-4A040A1F14AC}" dt="2026-10-25T11:35:08.839" v="1093" actId="14100"/>
          <ac:spMkLst>
            <pc:docMk/>
            <pc:sldMk cId="2523735922" sldId="267"/>
            <ac:spMk id="13" creationId="{D3D380A5-63E9-7965-20B3-5B0F3A3463F9}"/>
          </ac:spMkLst>
        </pc:spChg>
        <pc:spChg chg="add mod">
          <ac:chgData name="KEERTHI SRI" userId="a8a9343bd9d4fbec" providerId="LiveId" clId="{EB6DB6A6-3089-4F87-AC40-4A040A1F14AC}" dt="2026-10-25T11:35:39.294" v="1101" actId="14100"/>
          <ac:spMkLst>
            <pc:docMk/>
            <pc:sldMk cId="2523735922" sldId="267"/>
            <ac:spMk id="14" creationId="{069163DA-BDBD-1428-56B7-7E4A324B9132}"/>
          </ac:spMkLst>
        </pc:spChg>
        <pc:spChg chg="add mod">
          <ac:chgData name="KEERTHI SRI" userId="a8a9343bd9d4fbec" providerId="LiveId" clId="{EB6DB6A6-3089-4F87-AC40-4A040A1F14AC}" dt="2026-10-25T11:35:54.822" v="1105" actId="14100"/>
          <ac:spMkLst>
            <pc:docMk/>
            <pc:sldMk cId="2523735922" sldId="267"/>
            <ac:spMk id="15" creationId="{958BAF9F-A47D-3345-5207-73A30E341EF3}"/>
          </ac:spMkLst>
        </pc:spChg>
        <pc:spChg chg="add mod">
          <ac:chgData name="KEERTHI SRI" userId="a8a9343bd9d4fbec" providerId="LiveId" clId="{EB6DB6A6-3089-4F87-AC40-4A040A1F14AC}" dt="2026-10-25T11:36:18.440" v="1109" actId="14100"/>
          <ac:spMkLst>
            <pc:docMk/>
            <pc:sldMk cId="2523735922" sldId="267"/>
            <ac:spMk id="16" creationId="{2D6A7ABB-4599-A694-0FDF-D04373387692}"/>
          </ac:spMkLst>
        </pc:spChg>
      </pc:sldChg>
      <pc:sldChg chg="addSp delSp modSp new mod">
        <pc:chgData name="KEERTHI SRI" userId="a8a9343bd9d4fbec" providerId="LiveId" clId="{EB6DB6A6-3089-4F87-AC40-4A040A1F14AC}" dt="2026-10-25T15:21:05.053" v="4074" actId="20577"/>
        <pc:sldMkLst>
          <pc:docMk/>
          <pc:sldMk cId="3094747792" sldId="268"/>
        </pc:sldMkLst>
        <pc:spChg chg="add mod">
          <ac:chgData name="KEERTHI SRI" userId="a8a9343bd9d4fbec" providerId="LiveId" clId="{EB6DB6A6-3089-4F87-AC40-4A040A1F14AC}" dt="2026-10-25T15:21:05.053" v="4074" actId="20577"/>
          <ac:spMkLst>
            <pc:docMk/>
            <pc:sldMk cId="3094747792" sldId="268"/>
            <ac:spMk id="3" creationId="{70A1CA35-F69D-C0E0-0083-47E12FCA58D5}"/>
          </ac:spMkLst>
        </pc:spChg>
        <pc:spChg chg="add mod">
          <ac:chgData name="KEERTHI SRI" userId="a8a9343bd9d4fbec" providerId="LiveId" clId="{EB6DB6A6-3089-4F87-AC40-4A040A1F14AC}" dt="2026-10-25T11:38:54.234" v="1201" actId="20577"/>
          <ac:spMkLst>
            <pc:docMk/>
            <pc:sldMk cId="3094747792" sldId="268"/>
            <ac:spMk id="5" creationId="{441BDDEC-09D3-529F-7BA0-457F723811EC}"/>
          </ac:spMkLst>
        </pc:spChg>
        <pc:spChg chg="add mod">
          <ac:chgData name="KEERTHI SRI" userId="a8a9343bd9d4fbec" providerId="LiveId" clId="{EB6DB6A6-3089-4F87-AC40-4A040A1F14AC}" dt="2026-10-25T11:44:11.522" v="1241" actId="13822"/>
          <ac:spMkLst>
            <pc:docMk/>
            <pc:sldMk cId="3094747792" sldId="268"/>
            <ac:spMk id="9" creationId="{760CC106-493C-B1BA-5721-C4F26C36992C}"/>
          </ac:spMkLst>
        </pc:spChg>
        <pc:spChg chg="add mod">
          <ac:chgData name="KEERTHI SRI" userId="a8a9343bd9d4fbec" providerId="LiveId" clId="{EB6DB6A6-3089-4F87-AC40-4A040A1F14AC}" dt="2026-10-25T11:42:40.204" v="1236" actId="255"/>
          <ac:spMkLst>
            <pc:docMk/>
            <pc:sldMk cId="3094747792" sldId="268"/>
            <ac:spMk id="11" creationId="{DF6529FA-6F44-2B8D-3029-47C5DE9B1928}"/>
          </ac:spMkLst>
        </pc:spChg>
        <pc:spChg chg="add mod">
          <ac:chgData name="KEERTHI SRI" userId="a8a9343bd9d4fbec" providerId="LiveId" clId="{EB6DB6A6-3089-4F87-AC40-4A040A1F14AC}" dt="2026-10-25T11:50:35.263" v="1384" actId="14100"/>
          <ac:spMkLst>
            <pc:docMk/>
            <pc:sldMk cId="3094747792" sldId="268"/>
            <ac:spMk id="12" creationId="{6C8465B1-4136-7C33-F3A3-871EF552ACB5}"/>
          </ac:spMkLst>
        </pc:spChg>
      </pc:sldChg>
      <pc:sldChg chg="addSp delSp modSp new mod">
        <pc:chgData name="KEERTHI SRI" userId="a8a9343bd9d4fbec" providerId="LiveId" clId="{EB6DB6A6-3089-4F87-AC40-4A040A1F14AC}" dt="2026-10-25T11:55:20.284" v="1432" actId="14100"/>
        <pc:sldMkLst>
          <pc:docMk/>
          <pc:sldMk cId="2456336609" sldId="269"/>
        </pc:sldMkLst>
        <pc:spChg chg="add mod">
          <ac:chgData name="KEERTHI SRI" userId="a8a9343bd9d4fbec" providerId="LiveId" clId="{EB6DB6A6-3089-4F87-AC40-4A040A1F14AC}" dt="2026-10-25T11:45:41.376" v="1300" actId="255"/>
          <ac:spMkLst>
            <pc:docMk/>
            <pc:sldMk cId="2456336609" sldId="269"/>
            <ac:spMk id="2" creationId="{94E7414A-5C2F-83A8-C743-539773AB8D0D}"/>
          </ac:spMkLst>
        </pc:spChg>
        <pc:spChg chg="add mod">
          <ac:chgData name="KEERTHI SRI" userId="a8a9343bd9d4fbec" providerId="LiveId" clId="{EB6DB6A6-3089-4F87-AC40-4A040A1F14AC}" dt="2026-10-25T11:46:14.368" v="1334" actId="255"/>
          <ac:spMkLst>
            <pc:docMk/>
            <pc:sldMk cId="2456336609" sldId="269"/>
            <ac:spMk id="3" creationId="{15A206DA-7E1C-4CE1-8A5D-30234072C77C}"/>
          </ac:spMkLst>
        </pc:spChg>
        <pc:spChg chg="add mod">
          <ac:chgData name="KEERTHI SRI" userId="a8a9343bd9d4fbec" providerId="LiveId" clId="{EB6DB6A6-3089-4F87-AC40-4A040A1F14AC}" dt="2026-10-25T11:49:35.212" v="1373" actId="14100"/>
          <ac:spMkLst>
            <pc:docMk/>
            <pc:sldMk cId="2456336609" sldId="269"/>
            <ac:spMk id="7" creationId="{83A0EFF0-1236-246F-8C13-065626194CAA}"/>
          </ac:spMkLst>
        </pc:spChg>
        <pc:spChg chg="add mod">
          <ac:chgData name="KEERTHI SRI" userId="a8a9343bd9d4fbec" providerId="LiveId" clId="{EB6DB6A6-3089-4F87-AC40-4A040A1F14AC}" dt="2026-10-25T11:53:50.834" v="1422" actId="14100"/>
          <ac:spMkLst>
            <pc:docMk/>
            <pc:sldMk cId="2456336609" sldId="269"/>
            <ac:spMk id="12" creationId="{7EB132A9-9A1B-4F7F-AECA-9BAFE3401571}"/>
          </ac:spMkLst>
        </pc:spChg>
        <pc:spChg chg="add mod">
          <ac:chgData name="KEERTHI SRI" userId="a8a9343bd9d4fbec" providerId="LiveId" clId="{EB6DB6A6-3089-4F87-AC40-4A040A1F14AC}" dt="2026-10-25T11:55:20.284" v="1432" actId="14100"/>
          <ac:spMkLst>
            <pc:docMk/>
            <pc:sldMk cId="2456336609" sldId="269"/>
            <ac:spMk id="16" creationId="{2C8F2E77-6A34-D8F0-F6AA-D3B59185A29E}"/>
          </ac:spMkLst>
        </pc:spChg>
        <pc:graphicFrameChg chg="add mod modGraphic">
          <ac:chgData name="KEERTHI SRI" userId="a8a9343bd9d4fbec" providerId="LiveId" clId="{EB6DB6A6-3089-4F87-AC40-4A040A1F14AC}" dt="2026-10-25T11:48:49.683" v="1349" actId="14100"/>
          <ac:graphicFrameMkLst>
            <pc:docMk/>
            <pc:sldMk cId="2456336609" sldId="269"/>
            <ac:graphicFrameMk id="6" creationId="{ADA5D7B9-A9B5-F3D4-EA8A-AACAC66804BC}"/>
          </ac:graphicFrameMkLst>
        </pc:graphicFrameChg>
        <pc:picChg chg="add mod modCrop">
          <ac:chgData name="KEERTHI SRI" userId="a8a9343bd9d4fbec" providerId="LiveId" clId="{EB6DB6A6-3089-4F87-AC40-4A040A1F14AC}" dt="2026-10-25T11:53:27.550" v="1407" actId="14100"/>
          <ac:picMkLst>
            <pc:docMk/>
            <pc:sldMk cId="2456336609" sldId="269"/>
            <ac:picMk id="11" creationId="{92C75456-F5B1-7CB9-4344-DE7D94730EB4}"/>
          </ac:picMkLst>
        </pc:picChg>
      </pc:sldChg>
      <pc:sldChg chg="addSp delSp modSp new mod">
        <pc:chgData name="KEERTHI SRI" userId="a8a9343bd9d4fbec" providerId="LiveId" clId="{EB6DB6A6-3089-4F87-AC40-4A040A1F14AC}" dt="2026-10-25T12:42:24.373" v="1533" actId="207"/>
        <pc:sldMkLst>
          <pc:docMk/>
          <pc:sldMk cId="3554107310" sldId="270"/>
        </pc:sldMkLst>
        <pc:spChg chg="add mod">
          <ac:chgData name="KEERTHI SRI" userId="a8a9343bd9d4fbec" providerId="LiveId" clId="{EB6DB6A6-3089-4F87-AC40-4A040A1F14AC}" dt="2026-10-25T12:28:39.255" v="1460" actId="255"/>
          <ac:spMkLst>
            <pc:docMk/>
            <pc:sldMk cId="3554107310" sldId="270"/>
            <ac:spMk id="2" creationId="{6D70D08E-E8AE-D29C-8F1F-01B71F29C539}"/>
          </ac:spMkLst>
        </pc:spChg>
        <pc:spChg chg="add mod">
          <ac:chgData name="KEERTHI SRI" userId="a8a9343bd9d4fbec" providerId="LiveId" clId="{EB6DB6A6-3089-4F87-AC40-4A040A1F14AC}" dt="2026-10-25T12:29:28.733" v="1474" actId="14100"/>
          <ac:spMkLst>
            <pc:docMk/>
            <pc:sldMk cId="3554107310" sldId="270"/>
            <ac:spMk id="3" creationId="{60FC20DD-17F3-0294-EFB7-6A392F4A3D5D}"/>
          </ac:spMkLst>
        </pc:spChg>
        <pc:spChg chg="add mod">
          <ac:chgData name="KEERTHI SRI" userId="a8a9343bd9d4fbec" providerId="LiveId" clId="{EB6DB6A6-3089-4F87-AC40-4A040A1F14AC}" dt="2026-10-25T12:38:18.098" v="1506" actId="207"/>
          <ac:spMkLst>
            <pc:docMk/>
            <pc:sldMk cId="3554107310" sldId="270"/>
            <ac:spMk id="4" creationId="{60C000BB-43BC-FAF5-F220-FEB3585C1A72}"/>
          </ac:spMkLst>
        </pc:spChg>
        <pc:spChg chg="add mod">
          <ac:chgData name="KEERTHI SRI" userId="a8a9343bd9d4fbec" providerId="LiveId" clId="{EB6DB6A6-3089-4F87-AC40-4A040A1F14AC}" dt="2026-10-25T12:34:32.482" v="1501" actId="14100"/>
          <ac:spMkLst>
            <pc:docMk/>
            <pc:sldMk cId="3554107310" sldId="270"/>
            <ac:spMk id="6" creationId="{3CFBC541-84F8-1001-EAD2-2831B25F6655}"/>
          </ac:spMkLst>
        </pc:spChg>
        <pc:spChg chg="add mod">
          <ac:chgData name="KEERTHI SRI" userId="a8a9343bd9d4fbec" providerId="LiveId" clId="{EB6DB6A6-3089-4F87-AC40-4A040A1F14AC}" dt="2026-10-25T12:42:24.373" v="1533" actId="207"/>
          <ac:spMkLst>
            <pc:docMk/>
            <pc:sldMk cId="3554107310" sldId="270"/>
            <ac:spMk id="7" creationId="{23269FBC-BF5F-D71D-E02B-1F5D108E5A05}"/>
          </ac:spMkLst>
        </pc:spChg>
      </pc:sldChg>
      <pc:sldChg chg="addSp delSp modSp new mod">
        <pc:chgData name="KEERTHI SRI" userId="a8a9343bd9d4fbec" providerId="LiveId" clId="{EB6DB6A6-3089-4F87-AC40-4A040A1F14AC}" dt="2026-10-25T12:58:10.397" v="1724" actId="207"/>
        <pc:sldMkLst>
          <pc:docMk/>
          <pc:sldMk cId="1131921360" sldId="271"/>
        </pc:sldMkLst>
        <pc:spChg chg="add mod">
          <ac:chgData name="KEERTHI SRI" userId="a8a9343bd9d4fbec" providerId="LiveId" clId="{EB6DB6A6-3089-4F87-AC40-4A040A1F14AC}" dt="2026-10-25T12:43:14.912" v="1557" actId="255"/>
          <ac:spMkLst>
            <pc:docMk/>
            <pc:sldMk cId="1131921360" sldId="271"/>
            <ac:spMk id="2" creationId="{61329E9C-60B5-BBC4-9228-78C3B50CDC4D}"/>
          </ac:spMkLst>
        </pc:spChg>
        <pc:spChg chg="add mod">
          <ac:chgData name="KEERTHI SRI" userId="a8a9343bd9d4fbec" providerId="LiveId" clId="{EB6DB6A6-3089-4F87-AC40-4A040A1F14AC}" dt="2026-10-25T12:44:14.580" v="1569" actId="255"/>
          <ac:spMkLst>
            <pc:docMk/>
            <pc:sldMk cId="1131921360" sldId="271"/>
            <ac:spMk id="3" creationId="{3033A808-F16B-7167-74EA-0A4E002AA5E3}"/>
          </ac:spMkLst>
        </pc:spChg>
        <pc:spChg chg="add mod">
          <ac:chgData name="KEERTHI SRI" userId="a8a9343bd9d4fbec" providerId="LiveId" clId="{EB6DB6A6-3089-4F87-AC40-4A040A1F14AC}" dt="2026-10-25T12:45:50.411" v="1576" actId="20577"/>
          <ac:spMkLst>
            <pc:docMk/>
            <pc:sldMk cId="1131921360" sldId="271"/>
            <ac:spMk id="6" creationId="{4CA8CBE2-6897-79DC-941B-5FB25BCD7CB0}"/>
          </ac:spMkLst>
        </pc:spChg>
        <pc:spChg chg="add mod">
          <ac:chgData name="KEERTHI SRI" userId="a8a9343bd9d4fbec" providerId="LiveId" clId="{EB6DB6A6-3089-4F87-AC40-4A040A1F14AC}" dt="2026-10-25T12:58:10.397" v="1724" actId="207"/>
          <ac:spMkLst>
            <pc:docMk/>
            <pc:sldMk cId="1131921360" sldId="271"/>
            <ac:spMk id="8" creationId="{399008F0-84A7-303A-A0F2-1E1BB81B70AB}"/>
          </ac:spMkLst>
        </pc:spChg>
        <pc:spChg chg="add mod">
          <ac:chgData name="KEERTHI SRI" userId="a8a9343bd9d4fbec" providerId="LiveId" clId="{EB6DB6A6-3089-4F87-AC40-4A040A1F14AC}" dt="2026-10-25T12:58:00.440" v="1723" actId="207"/>
          <ac:spMkLst>
            <pc:docMk/>
            <pc:sldMk cId="1131921360" sldId="271"/>
            <ac:spMk id="11" creationId="{0726A195-0628-252E-351E-D52B09AE6FEC}"/>
          </ac:spMkLst>
        </pc:spChg>
        <pc:spChg chg="add mod">
          <ac:chgData name="KEERTHI SRI" userId="a8a9343bd9d4fbec" providerId="LiveId" clId="{EB6DB6A6-3089-4F87-AC40-4A040A1F14AC}" dt="2026-10-25T12:51:26.012" v="1620" actId="14100"/>
          <ac:spMkLst>
            <pc:docMk/>
            <pc:sldMk cId="1131921360" sldId="271"/>
            <ac:spMk id="12" creationId="{E5F6CAE7-19EA-B550-CA64-186295989D09}"/>
          </ac:spMkLst>
        </pc:spChg>
        <pc:spChg chg="add mod">
          <ac:chgData name="KEERTHI SRI" userId="a8a9343bd9d4fbec" providerId="LiveId" clId="{EB6DB6A6-3089-4F87-AC40-4A040A1F14AC}" dt="2026-10-25T12:52:09.948" v="1628" actId="14100"/>
          <ac:spMkLst>
            <pc:docMk/>
            <pc:sldMk cId="1131921360" sldId="271"/>
            <ac:spMk id="14" creationId="{F9CE44FF-3238-143A-6146-67D3A35B480C}"/>
          </ac:spMkLst>
        </pc:spChg>
        <pc:spChg chg="add mod">
          <ac:chgData name="KEERTHI SRI" userId="a8a9343bd9d4fbec" providerId="LiveId" clId="{EB6DB6A6-3089-4F87-AC40-4A040A1F14AC}" dt="2026-10-25T12:53:09.997" v="1642" actId="14100"/>
          <ac:spMkLst>
            <pc:docMk/>
            <pc:sldMk cId="1131921360" sldId="271"/>
            <ac:spMk id="15" creationId="{F42F239E-588B-A410-8487-A08E549E1DE8}"/>
          </ac:spMkLst>
        </pc:spChg>
        <pc:spChg chg="add mod">
          <ac:chgData name="KEERTHI SRI" userId="a8a9343bd9d4fbec" providerId="LiveId" clId="{EB6DB6A6-3089-4F87-AC40-4A040A1F14AC}" dt="2026-10-25T12:53:55.550" v="1651" actId="14100"/>
          <ac:spMkLst>
            <pc:docMk/>
            <pc:sldMk cId="1131921360" sldId="271"/>
            <ac:spMk id="16" creationId="{B28D4972-8373-9908-8331-4FF32C975223}"/>
          </ac:spMkLst>
        </pc:spChg>
        <pc:spChg chg="add mod">
          <ac:chgData name="KEERTHI SRI" userId="a8a9343bd9d4fbec" providerId="LiveId" clId="{EB6DB6A6-3089-4F87-AC40-4A040A1F14AC}" dt="2026-10-25T12:54:45.025" v="1661" actId="14100"/>
          <ac:spMkLst>
            <pc:docMk/>
            <pc:sldMk cId="1131921360" sldId="271"/>
            <ac:spMk id="17" creationId="{D2175EF1-0CD8-4704-A2D9-8219E5DF2AAA}"/>
          </ac:spMkLst>
        </pc:spChg>
        <pc:spChg chg="add mod">
          <ac:chgData name="KEERTHI SRI" userId="a8a9343bd9d4fbec" providerId="LiveId" clId="{EB6DB6A6-3089-4F87-AC40-4A040A1F14AC}" dt="2026-10-25T12:56:44.690" v="1700" actId="207"/>
          <ac:spMkLst>
            <pc:docMk/>
            <pc:sldMk cId="1131921360" sldId="271"/>
            <ac:spMk id="20" creationId="{EC8E7D4D-005F-9821-FD72-016F3DE8884B}"/>
          </ac:spMkLst>
        </pc:spChg>
        <pc:spChg chg="add mod">
          <ac:chgData name="KEERTHI SRI" userId="a8a9343bd9d4fbec" providerId="LiveId" clId="{EB6DB6A6-3089-4F87-AC40-4A040A1F14AC}" dt="2026-10-25T12:57:26.843" v="1720" actId="14100"/>
          <ac:spMkLst>
            <pc:docMk/>
            <pc:sldMk cId="1131921360" sldId="271"/>
            <ac:spMk id="21" creationId="{3829FEEE-820F-3DBC-A006-6DCAC3B74F77}"/>
          </ac:spMkLst>
        </pc:spChg>
      </pc:sldChg>
      <pc:sldChg chg="addSp delSp modSp new mod">
        <pc:chgData name="KEERTHI SRI" userId="a8a9343bd9d4fbec" providerId="LiveId" clId="{EB6DB6A6-3089-4F87-AC40-4A040A1F14AC}" dt="2026-10-25T15:21:34.027" v="4086" actId="14100"/>
        <pc:sldMkLst>
          <pc:docMk/>
          <pc:sldMk cId="2182967143" sldId="272"/>
        </pc:sldMkLst>
        <pc:spChg chg="add mod">
          <ac:chgData name="KEERTHI SRI" userId="a8a9343bd9d4fbec" providerId="LiveId" clId="{EB6DB6A6-3089-4F87-AC40-4A040A1F14AC}" dt="2026-10-25T15:21:17.094" v="4083" actId="20577"/>
          <ac:spMkLst>
            <pc:docMk/>
            <pc:sldMk cId="2182967143" sldId="272"/>
            <ac:spMk id="2" creationId="{8A570ABE-C0F7-38E2-4252-7B4366491BA0}"/>
          </ac:spMkLst>
        </pc:spChg>
        <pc:spChg chg="add mod">
          <ac:chgData name="KEERTHI SRI" userId="a8a9343bd9d4fbec" providerId="LiveId" clId="{EB6DB6A6-3089-4F87-AC40-4A040A1F14AC}" dt="2026-10-25T13:01:05.005" v="1785" actId="14100"/>
          <ac:spMkLst>
            <pc:docMk/>
            <pc:sldMk cId="2182967143" sldId="272"/>
            <ac:spMk id="3" creationId="{AF950F89-99F6-A7D6-6DDB-FAED233E2430}"/>
          </ac:spMkLst>
        </pc:spChg>
        <pc:spChg chg="add mod">
          <ac:chgData name="KEERTHI SRI" userId="a8a9343bd9d4fbec" providerId="LiveId" clId="{EB6DB6A6-3089-4F87-AC40-4A040A1F14AC}" dt="2026-10-25T13:04:30.581" v="1832" actId="207"/>
          <ac:spMkLst>
            <pc:docMk/>
            <pc:sldMk cId="2182967143" sldId="272"/>
            <ac:spMk id="4" creationId="{89CB0F22-D283-C910-A2C8-40FD94711F57}"/>
          </ac:spMkLst>
        </pc:spChg>
        <pc:spChg chg="add mod">
          <ac:chgData name="KEERTHI SRI" userId="a8a9343bd9d4fbec" providerId="LiveId" clId="{EB6DB6A6-3089-4F87-AC40-4A040A1F14AC}" dt="2026-10-25T15:21:34.027" v="4086" actId="14100"/>
          <ac:spMkLst>
            <pc:docMk/>
            <pc:sldMk cId="2182967143" sldId="272"/>
            <ac:spMk id="7" creationId="{1CF59A0A-2366-A7B8-FD9A-CFB4DE6673FA}"/>
          </ac:spMkLst>
        </pc:spChg>
        <pc:spChg chg="add mod">
          <ac:chgData name="KEERTHI SRI" userId="a8a9343bd9d4fbec" providerId="LiveId" clId="{EB6DB6A6-3089-4F87-AC40-4A040A1F14AC}" dt="2026-10-25T13:04:41.905" v="1833" actId="207"/>
          <ac:spMkLst>
            <pc:docMk/>
            <pc:sldMk cId="2182967143" sldId="272"/>
            <ac:spMk id="8" creationId="{408F66B4-BE2E-6268-641F-94B2E46D052B}"/>
          </ac:spMkLst>
        </pc:spChg>
      </pc:sldChg>
      <pc:sldChg chg="addSp delSp modSp new mod">
        <pc:chgData name="KEERTHI SRI" userId="a8a9343bd9d4fbec" providerId="LiveId" clId="{EB6DB6A6-3089-4F87-AC40-4A040A1F14AC}" dt="2026-10-27T02:56:07.215" v="5609" actId="207"/>
        <pc:sldMkLst>
          <pc:docMk/>
          <pc:sldMk cId="3990004719" sldId="273"/>
        </pc:sldMkLst>
        <pc:spChg chg="add mod">
          <ac:chgData name="KEERTHI SRI" userId="a8a9343bd9d4fbec" providerId="LiveId" clId="{EB6DB6A6-3089-4F87-AC40-4A040A1F14AC}" dt="2026-10-27T02:56:07.215" v="5609" actId="207"/>
          <ac:spMkLst>
            <pc:docMk/>
            <pc:sldMk cId="3990004719" sldId="273"/>
            <ac:spMk id="2" creationId="{3B12539C-D881-49B0-2B44-C8C8A72E9828}"/>
          </ac:spMkLst>
        </pc:spChg>
        <pc:spChg chg="add mod">
          <ac:chgData name="KEERTHI SRI" userId="a8a9343bd9d4fbec" providerId="LiveId" clId="{EB6DB6A6-3089-4F87-AC40-4A040A1F14AC}" dt="2026-10-25T13:06:39.384" v="1923" actId="14100"/>
          <ac:spMkLst>
            <pc:docMk/>
            <pc:sldMk cId="3990004719" sldId="273"/>
            <ac:spMk id="4" creationId="{2645F416-F06A-F5C7-D1D5-B8BC8FF1F4B2}"/>
          </ac:spMkLst>
        </pc:spChg>
        <pc:spChg chg="add mod">
          <ac:chgData name="KEERTHI SRI" userId="a8a9343bd9d4fbec" providerId="LiveId" clId="{EB6DB6A6-3089-4F87-AC40-4A040A1F14AC}" dt="2026-10-25T13:08:46.637" v="1968" actId="14100"/>
          <ac:spMkLst>
            <pc:docMk/>
            <pc:sldMk cId="3990004719" sldId="273"/>
            <ac:spMk id="9" creationId="{7C9F77D1-DD15-E68B-FB4F-9167A9B53C87}"/>
          </ac:spMkLst>
        </pc:spChg>
        <pc:spChg chg="add mod">
          <ac:chgData name="KEERTHI SRI" userId="a8a9343bd9d4fbec" providerId="LiveId" clId="{EB6DB6A6-3089-4F87-AC40-4A040A1F14AC}" dt="2026-10-25T13:12:29.057" v="1999" actId="14100"/>
          <ac:spMkLst>
            <pc:docMk/>
            <pc:sldMk cId="3990004719" sldId="273"/>
            <ac:spMk id="14" creationId="{2491B007-C06E-5E8E-162D-CA30A2E18F13}"/>
          </ac:spMkLst>
        </pc:spChg>
        <pc:spChg chg="add mod">
          <ac:chgData name="KEERTHI SRI" userId="a8a9343bd9d4fbec" providerId="LiveId" clId="{EB6DB6A6-3089-4F87-AC40-4A040A1F14AC}" dt="2026-10-25T13:13:18.692" v="2006"/>
          <ac:spMkLst>
            <pc:docMk/>
            <pc:sldMk cId="3990004719" sldId="273"/>
            <ac:spMk id="16" creationId="{DDA79F6F-A84B-88E9-D3FE-4D3344F465BB}"/>
          </ac:spMkLst>
        </pc:spChg>
        <pc:graphicFrameChg chg="add mod modGraphic">
          <ac:chgData name="KEERTHI SRI" userId="a8a9343bd9d4fbec" providerId="LiveId" clId="{EB6DB6A6-3089-4F87-AC40-4A040A1F14AC}" dt="2026-10-25T13:08:01.729" v="1943" actId="14100"/>
          <ac:graphicFrameMkLst>
            <pc:docMk/>
            <pc:sldMk cId="3990004719" sldId="273"/>
            <ac:graphicFrameMk id="7" creationId="{6D51401D-3A74-0123-19A8-26834E163006}"/>
          </ac:graphicFrameMkLst>
        </pc:graphicFrameChg>
        <pc:picChg chg="add mod modCrop">
          <ac:chgData name="KEERTHI SRI" userId="a8a9343bd9d4fbec" providerId="LiveId" clId="{EB6DB6A6-3089-4F87-AC40-4A040A1F14AC}" dt="2026-10-25T13:12:10.188" v="1984" actId="14100"/>
          <ac:picMkLst>
            <pc:docMk/>
            <pc:sldMk cId="3990004719" sldId="273"/>
            <ac:picMk id="13" creationId="{6BE367CF-F060-0B1D-03AF-D9BD6BECDD0E}"/>
          </ac:picMkLst>
        </pc:picChg>
      </pc:sldChg>
      <pc:sldChg chg="addSp delSp modSp new mod">
        <pc:chgData name="KEERTHI SRI" userId="a8a9343bd9d4fbec" providerId="LiveId" clId="{EB6DB6A6-3089-4F87-AC40-4A040A1F14AC}" dt="2026-10-25T13:18:24.899" v="2094" actId="14861"/>
        <pc:sldMkLst>
          <pc:docMk/>
          <pc:sldMk cId="1826433883" sldId="274"/>
        </pc:sldMkLst>
        <pc:spChg chg="add mod">
          <ac:chgData name="KEERTHI SRI" userId="a8a9343bd9d4fbec" providerId="LiveId" clId="{EB6DB6A6-3089-4F87-AC40-4A040A1F14AC}" dt="2026-10-25T13:16:21.262" v="2083" actId="14100"/>
          <ac:spMkLst>
            <pc:docMk/>
            <pc:sldMk cId="1826433883" sldId="274"/>
            <ac:spMk id="2" creationId="{C32E5BE7-D3BF-6239-04E3-77194EC15128}"/>
          </ac:spMkLst>
        </pc:spChg>
        <pc:spChg chg="add mod">
          <ac:chgData name="KEERTHI SRI" userId="a8a9343bd9d4fbec" providerId="LiveId" clId="{EB6DB6A6-3089-4F87-AC40-4A040A1F14AC}" dt="2026-10-25T13:14:49.914" v="2042" actId="14100"/>
          <ac:spMkLst>
            <pc:docMk/>
            <pc:sldMk cId="1826433883" sldId="274"/>
            <ac:spMk id="3" creationId="{7F0B0028-9F8E-14B8-43EB-BA6E9C658C5A}"/>
          </ac:spMkLst>
        </pc:spChg>
        <pc:spChg chg="add mod">
          <ac:chgData name="KEERTHI SRI" userId="a8a9343bd9d4fbec" providerId="LiveId" clId="{EB6DB6A6-3089-4F87-AC40-4A040A1F14AC}" dt="2026-10-25T13:18:24.899" v="2094" actId="14861"/>
          <ac:spMkLst>
            <pc:docMk/>
            <pc:sldMk cId="1826433883" sldId="274"/>
            <ac:spMk id="4" creationId="{EA25EC84-0201-B387-B175-5F1859EA5FCC}"/>
          </ac:spMkLst>
        </pc:spChg>
        <pc:spChg chg="add mod">
          <ac:chgData name="KEERTHI SRI" userId="a8a9343bd9d4fbec" providerId="LiveId" clId="{EB6DB6A6-3089-4F87-AC40-4A040A1F14AC}" dt="2026-10-25T13:16:17.634" v="2082" actId="1076"/>
          <ac:spMkLst>
            <pc:docMk/>
            <pc:sldMk cId="1826433883" sldId="274"/>
            <ac:spMk id="6" creationId="{FA36D018-5284-DD96-7536-1BF19ADF78A5}"/>
          </ac:spMkLst>
        </pc:spChg>
        <pc:spChg chg="add mod">
          <ac:chgData name="KEERTHI SRI" userId="a8a9343bd9d4fbec" providerId="LiveId" clId="{EB6DB6A6-3089-4F87-AC40-4A040A1F14AC}" dt="2026-10-25T13:18:11.720" v="2093" actId="14861"/>
          <ac:spMkLst>
            <pc:docMk/>
            <pc:sldMk cId="1826433883" sldId="274"/>
            <ac:spMk id="7" creationId="{04818AC2-4303-6429-39EE-235760319A63}"/>
          </ac:spMkLst>
        </pc:spChg>
      </pc:sldChg>
      <pc:sldChg chg="addSp delSp modSp new mod">
        <pc:chgData name="KEERTHI SRI" userId="a8a9343bd9d4fbec" providerId="LiveId" clId="{EB6DB6A6-3089-4F87-AC40-4A040A1F14AC}" dt="2026-10-25T13:34:47.181" v="2437" actId="207"/>
        <pc:sldMkLst>
          <pc:docMk/>
          <pc:sldMk cId="1676214130" sldId="275"/>
        </pc:sldMkLst>
        <pc:spChg chg="add mod">
          <ac:chgData name="KEERTHI SRI" userId="a8a9343bd9d4fbec" providerId="LiveId" clId="{EB6DB6A6-3089-4F87-AC40-4A040A1F14AC}" dt="2026-10-25T13:20:24.795" v="2139" actId="255"/>
          <ac:spMkLst>
            <pc:docMk/>
            <pc:sldMk cId="1676214130" sldId="275"/>
            <ac:spMk id="2" creationId="{89A3F11E-8783-CBC8-CA7A-AE9092847140}"/>
          </ac:spMkLst>
        </pc:spChg>
        <pc:spChg chg="add mod">
          <ac:chgData name="KEERTHI SRI" userId="a8a9343bd9d4fbec" providerId="LiveId" clId="{EB6DB6A6-3089-4F87-AC40-4A040A1F14AC}" dt="2026-10-25T13:21:13.609" v="2152" actId="14100"/>
          <ac:spMkLst>
            <pc:docMk/>
            <pc:sldMk cId="1676214130" sldId="275"/>
            <ac:spMk id="3" creationId="{46FFD01C-81FC-2FFD-145A-3017B894F4EB}"/>
          </ac:spMkLst>
        </pc:spChg>
        <pc:spChg chg="add mod">
          <ac:chgData name="KEERTHI SRI" userId="a8a9343bd9d4fbec" providerId="LiveId" clId="{EB6DB6A6-3089-4F87-AC40-4A040A1F14AC}" dt="2026-10-25T13:34:47.181" v="2437" actId="207"/>
          <ac:spMkLst>
            <pc:docMk/>
            <pc:sldMk cId="1676214130" sldId="275"/>
            <ac:spMk id="4" creationId="{94D8A6B7-42A4-10C4-08C1-857BB63FB62F}"/>
          </ac:spMkLst>
        </pc:spChg>
        <pc:spChg chg="add mod">
          <ac:chgData name="KEERTHI SRI" userId="a8a9343bd9d4fbec" providerId="LiveId" clId="{EB6DB6A6-3089-4F87-AC40-4A040A1F14AC}" dt="2026-10-25T13:22:56.098" v="2168" actId="255"/>
          <ac:spMkLst>
            <pc:docMk/>
            <pc:sldMk cId="1676214130" sldId="275"/>
            <ac:spMk id="5" creationId="{ADA2CF53-3BA6-18B2-C77F-8D3E994C27BC}"/>
          </ac:spMkLst>
        </pc:spChg>
        <pc:spChg chg="add mod">
          <ac:chgData name="KEERTHI SRI" userId="a8a9343bd9d4fbec" providerId="LiveId" clId="{EB6DB6A6-3089-4F87-AC40-4A040A1F14AC}" dt="2026-10-25T13:34:39.495" v="2436" actId="207"/>
          <ac:spMkLst>
            <pc:docMk/>
            <pc:sldMk cId="1676214130" sldId="275"/>
            <ac:spMk id="6" creationId="{B4CCB428-DD49-991A-8B33-E559E169BE8D}"/>
          </ac:spMkLst>
        </pc:spChg>
        <pc:spChg chg="add mod">
          <ac:chgData name="KEERTHI SRI" userId="a8a9343bd9d4fbec" providerId="LiveId" clId="{EB6DB6A6-3089-4F87-AC40-4A040A1F14AC}" dt="2026-10-25T13:28:49.209" v="2271" actId="14100"/>
          <ac:spMkLst>
            <pc:docMk/>
            <pc:sldMk cId="1676214130" sldId="275"/>
            <ac:spMk id="8" creationId="{60A14FCB-CDE4-4EFF-1DB9-F1873826DA8A}"/>
          </ac:spMkLst>
        </pc:spChg>
        <pc:spChg chg="add mod">
          <ac:chgData name="KEERTHI SRI" userId="a8a9343bd9d4fbec" providerId="LiveId" clId="{EB6DB6A6-3089-4F87-AC40-4A040A1F14AC}" dt="2026-10-25T13:28:32.519" v="2267" actId="14100"/>
          <ac:spMkLst>
            <pc:docMk/>
            <pc:sldMk cId="1676214130" sldId="275"/>
            <ac:spMk id="9" creationId="{47CACBE5-3510-406C-C00B-346AB72F6768}"/>
          </ac:spMkLst>
        </pc:spChg>
        <pc:spChg chg="add mod">
          <ac:chgData name="KEERTHI SRI" userId="a8a9343bd9d4fbec" providerId="LiveId" clId="{EB6DB6A6-3089-4F87-AC40-4A040A1F14AC}" dt="2026-10-25T13:28:04.367" v="2261" actId="14100"/>
          <ac:spMkLst>
            <pc:docMk/>
            <pc:sldMk cId="1676214130" sldId="275"/>
            <ac:spMk id="10" creationId="{833DAB73-3B18-88A6-56F6-D46B54D2B67E}"/>
          </ac:spMkLst>
        </pc:spChg>
        <pc:spChg chg="add mod">
          <ac:chgData name="KEERTHI SRI" userId="a8a9343bd9d4fbec" providerId="LiveId" clId="{EB6DB6A6-3089-4F87-AC40-4A040A1F14AC}" dt="2026-10-25T13:30:46.691" v="2370" actId="14100"/>
          <ac:spMkLst>
            <pc:docMk/>
            <pc:sldMk cId="1676214130" sldId="275"/>
            <ac:spMk id="12" creationId="{58D7F6AE-FB7D-C7A2-5F2D-947FD12BEBB6}"/>
          </ac:spMkLst>
        </pc:spChg>
        <pc:spChg chg="add mod">
          <ac:chgData name="KEERTHI SRI" userId="a8a9343bd9d4fbec" providerId="LiveId" clId="{EB6DB6A6-3089-4F87-AC40-4A040A1F14AC}" dt="2026-10-25T13:34:00.648" v="2422" actId="14100"/>
          <ac:spMkLst>
            <pc:docMk/>
            <pc:sldMk cId="1676214130" sldId="275"/>
            <ac:spMk id="13" creationId="{7875A4E5-0B6C-E26A-5B29-C57AA554FFEC}"/>
          </ac:spMkLst>
        </pc:spChg>
        <pc:spChg chg="add mod">
          <ac:chgData name="KEERTHI SRI" userId="a8a9343bd9d4fbec" providerId="LiveId" clId="{EB6DB6A6-3089-4F87-AC40-4A040A1F14AC}" dt="2026-10-25T13:33:49.560" v="2420" actId="14100"/>
          <ac:spMkLst>
            <pc:docMk/>
            <pc:sldMk cId="1676214130" sldId="275"/>
            <ac:spMk id="14" creationId="{F658A9C5-FFCE-87B1-9F10-F3212C316E0F}"/>
          </ac:spMkLst>
        </pc:spChg>
        <pc:spChg chg="add mod">
          <ac:chgData name="KEERTHI SRI" userId="a8a9343bd9d4fbec" providerId="LiveId" clId="{EB6DB6A6-3089-4F87-AC40-4A040A1F14AC}" dt="2026-10-25T13:34:26.665" v="2435" actId="14100"/>
          <ac:spMkLst>
            <pc:docMk/>
            <pc:sldMk cId="1676214130" sldId="275"/>
            <ac:spMk id="15" creationId="{336D6FF0-A60D-2E33-D66A-BEE41240E899}"/>
          </ac:spMkLst>
        </pc:spChg>
      </pc:sldChg>
      <pc:sldChg chg="addSp delSp modSp new mod">
        <pc:chgData name="KEERTHI SRI" userId="a8a9343bd9d4fbec" providerId="LiveId" clId="{EB6DB6A6-3089-4F87-AC40-4A040A1F14AC}" dt="2026-10-25T15:21:48.057" v="4092" actId="20577"/>
        <pc:sldMkLst>
          <pc:docMk/>
          <pc:sldMk cId="348904100" sldId="276"/>
        </pc:sldMkLst>
        <pc:spChg chg="add mod">
          <ac:chgData name="KEERTHI SRI" userId="a8a9343bd9d4fbec" providerId="LiveId" clId="{EB6DB6A6-3089-4F87-AC40-4A040A1F14AC}" dt="2026-10-25T15:21:48.057" v="4092" actId="20577"/>
          <ac:spMkLst>
            <pc:docMk/>
            <pc:sldMk cId="348904100" sldId="276"/>
            <ac:spMk id="2" creationId="{495A884D-9263-2F4F-CD20-542873F36F22}"/>
          </ac:spMkLst>
        </pc:spChg>
        <pc:spChg chg="add mod">
          <ac:chgData name="KEERTHI SRI" userId="a8a9343bd9d4fbec" providerId="LiveId" clId="{EB6DB6A6-3089-4F87-AC40-4A040A1F14AC}" dt="2026-10-25T13:36:59.430" v="2507" actId="207"/>
          <ac:spMkLst>
            <pc:docMk/>
            <pc:sldMk cId="348904100" sldId="276"/>
            <ac:spMk id="3" creationId="{AC9224E4-AC82-11DD-7927-7D8609D84E8B}"/>
          </ac:spMkLst>
        </pc:spChg>
        <pc:spChg chg="add mod">
          <ac:chgData name="KEERTHI SRI" userId="a8a9343bd9d4fbec" providerId="LiveId" clId="{EB6DB6A6-3089-4F87-AC40-4A040A1F14AC}" dt="2026-10-25T13:42:46.309" v="2554" actId="207"/>
          <ac:spMkLst>
            <pc:docMk/>
            <pc:sldMk cId="348904100" sldId="276"/>
            <ac:spMk id="6" creationId="{250AB609-08CE-7BDE-1B31-D7335E97880F}"/>
          </ac:spMkLst>
        </pc:spChg>
        <pc:spChg chg="add mod">
          <ac:chgData name="KEERTHI SRI" userId="a8a9343bd9d4fbec" providerId="LiveId" clId="{EB6DB6A6-3089-4F87-AC40-4A040A1F14AC}" dt="2026-10-25T13:40:56.087" v="2548" actId="14100"/>
          <ac:spMkLst>
            <pc:docMk/>
            <pc:sldMk cId="348904100" sldId="276"/>
            <ac:spMk id="8" creationId="{C98B93B8-CF7B-BD4F-33A5-03911A910390}"/>
          </ac:spMkLst>
        </pc:spChg>
        <pc:spChg chg="add mod">
          <ac:chgData name="KEERTHI SRI" userId="a8a9343bd9d4fbec" providerId="LiveId" clId="{EB6DB6A6-3089-4F87-AC40-4A040A1F14AC}" dt="2026-10-25T13:43:03.189" v="2557" actId="207"/>
          <ac:spMkLst>
            <pc:docMk/>
            <pc:sldMk cId="348904100" sldId="276"/>
            <ac:spMk id="9" creationId="{043EA7C7-CDC1-A557-0E16-692B2F175579}"/>
          </ac:spMkLst>
        </pc:spChg>
      </pc:sldChg>
      <pc:sldChg chg="addSp delSp modSp new mod">
        <pc:chgData name="KEERTHI SRI" userId="a8a9343bd9d4fbec" providerId="LiveId" clId="{EB6DB6A6-3089-4F87-AC40-4A040A1F14AC}" dt="2026-10-25T13:50:12.286" v="2747" actId="14100"/>
        <pc:sldMkLst>
          <pc:docMk/>
          <pc:sldMk cId="354934115" sldId="277"/>
        </pc:sldMkLst>
        <pc:spChg chg="add mod">
          <ac:chgData name="KEERTHI SRI" userId="a8a9343bd9d4fbec" providerId="LiveId" clId="{EB6DB6A6-3089-4F87-AC40-4A040A1F14AC}" dt="2026-10-25T13:44:26.375" v="2632" actId="255"/>
          <ac:spMkLst>
            <pc:docMk/>
            <pc:sldMk cId="354934115" sldId="277"/>
            <ac:spMk id="2" creationId="{B016899D-1D24-7EB4-F253-483367B53957}"/>
          </ac:spMkLst>
        </pc:spChg>
        <pc:spChg chg="add mod">
          <ac:chgData name="KEERTHI SRI" userId="a8a9343bd9d4fbec" providerId="LiveId" clId="{EB6DB6A6-3089-4F87-AC40-4A040A1F14AC}" dt="2026-10-25T13:46:04.730" v="2683" actId="14100"/>
          <ac:spMkLst>
            <pc:docMk/>
            <pc:sldMk cId="354934115" sldId="277"/>
            <ac:spMk id="3" creationId="{9A515BCD-4A77-00D5-E250-3E4C3CC1C8A6}"/>
          </ac:spMkLst>
        </pc:spChg>
        <pc:spChg chg="add mod">
          <ac:chgData name="KEERTHI SRI" userId="a8a9343bd9d4fbec" providerId="LiveId" clId="{EB6DB6A6-3089-4F87-AC40-4A040A1F14AC}" dt="2026-10-25T13:46:32.213" v="2707" actId="14100"/>
          <ac:spMkLst>
            <pc:docMk/>
            <pc:sldMk cId="354934115" sldId="277"/>
            <ac:spMk id="8" creationId="{160BA2E0-D536-E446-5118-387876A64264}"/>
          </ac:spMkLst>
        </pc:spChg>
        <pc:spChg chg="add mod">
          <ac:chgData name="KEERTHI SRI" userId="a8a9343bd9d4fbec" providerId="LiveId" clId="{EB6DB6A6-3089-4F87-AC40-4A040A1F14AC}" dt="2026-10-25T13:49:04.804" v="2742" actId="14100"/>
          <ac:spMkLst>
            <pc:docMk/>
            <pc:sldMk cId="354934115" sldId="277"/>
            <ac:spMk id="13" creationId="{2AD30090-EC25-2B17-7378-1AC9F9D0CDB8}"/>
          </ac:spMkLst>
        </pc:spChg>
        <pc:spChg chg="add mod">
          <ac:chgData name="KEERTHI SRI" userId="a8a9343bd9d4fbec" providerId="LiveId" clId="{EB6DB6A6-3089-4F87-AC40-4A040A1F14AC}" dt="2026-10-25T13:50:01.498" v="2746" actId="14100"/>
          <ac:spMkLst>
            <pc:docMk/>
            <pc:sldMk cId="354934115" sldId="277"/>
            <ac:spMk id="14" creationId="{5518C4EE-9FD8-0869-8972-E1237FDA1AD5}"/>
          </ac:spMkLst>
        </pc:spChg>
        <pc:graphicFrameChg chg="add mod modGraphic">
          <ac:chgData name="KEERTHI SRI" userId="a8a9343bd9d4fbec" providerId="LiveId" clId="{EB6DB6A6-3089-4F87-AC40-4A040A1F14AC}" dt="2026-10-25T13:50:12.286" v="2747" actId="14100"/>
          <ac:graphicFrameMkLst>
            <pc:docMk/>
            <pc:sldMk cId="354934115" sldId="277"/>
            <ac:graphicFrameMk id="6" creationId="{A0A54755-0D98-F260-2A94-4799D48DA647}"/>
          </ac:graphicFrameMkLst>
        </pc:graphicFrameChg>
        <pc:picChg chg="add mod modCrop">
          <ac:chgData name="KEERTHI SRI" userId="a8a9343bd9d4fbec" providerId="LiveId" clId="{EB6DB6A6-3089-4F87-AC40-4A040A1F14AC}" dt="2026-10-25T13:48:43.976" v="2726" actId="14100"/>
          <ac:picMkLst>
            <pc:docMk/>
            <pc:sldMk cId="354934115" sldId="277"/>
            <ac:picMk id="12" creationId="{0FF8502C-4CFA-DFF9-5060-BF0E1C183CF4}"/>
          </ac:picMkLst>
        </pc:picChg>
      </pc:sldChg>
      <pc:sldChg chg="addSp delSp modSp new mod ord">
        <pc:chgData name="KEERTHI SRI" userId="a8a9343bd9d4fbec" providerId="LiveId" clId="{EB6DB6A6-3089-4F87-AC40-4A040A1F14AC}" dt="2026-10-25T14:40:08.289" v="3225"/>
        <pc:sldMkLst>
          <pc:docMk/>
          <pc:sldMk cId="2508956523" sldId="278"/>
        </pc:sldMkLst>
        <pc:spChg chg="add mod">
          <ac:chgData name="KEERTHI SRI" userId="a8a9343bd9d4fbec" providerId="LiveId" clId="{EB6DB6A6-3089-4F87-AC40-4A040A1F14AC}" dt="2026-10-25T13:51:47.598" v="2772" actId="14100"/>
          <ac:spMkLst>
            <pc:docMk/>
            <pc:sldMk cId="2508956523" sldId="278"/>
            <ac:spMk id="2" creationId="{D2A7D4B9-EF12-9BBA-2B32-6ED61D6159A6}"/>
          </ac:spMkLst>
        </pc:spChg>
        <pc:spChg chg="add mod">
          <ac:chgData name="KEERTHI SRI" userId="a8a9343bd9d4fbec" providerId="LiveId" clId="{EB6DB6A6-3089-4F87-AC40-4A040A1F14AC}" dt="2026-10-25T13:54:46.866" v="2788" actId="14100"/>
          <ac:spMkLst>
            <pc:docMk/>
            <pc:sldMk cId="2508956523" sldId="278"/>
            <ac:spMk id="3" creationId="{62A7FB79-30C5-61CA-8C68-7B187B846532}"/>
          </ac:spMkLst>
        </pc:spChg>
        <pc:spChg chg="add mod">
          <ac:chgData name="KEERTHI SRI" userId="a8a9343bd9d4fbec" providerId="LiveId" clId="{EB6DB6A6-3089-4F87-AC40-4A040A1F14AC}" dt="2026-10-25T13:58:39.950" v="2819" actId="207"/>
          <ac:spMkLst>
            <pc:docMk/>
            <pc:sldMk cId="2508956523" sldId="278"/>
            <ac:spMk id="4" creationId="{1BA77BB2-248B-6AC3-3ED3-760A9A70B6CC}"/>
          </ac:spMkLst>
        </pc:spChg>
        <pc:spChg chg="add mod">
          <ac:chgData name="KEERTHI SRI" userId="a8a9343bd9d4fbec" providerId="LiveId" clId="{EB6DB6A6-3089-4F87-AC40-4A040A1F14AC}" dt="2026-10-25T13:57:15.188" v="2812" actId="14100"/>
          <ac:spMkLst>
            <pc:docMk/>
            <pc:sldMk cId="2508956523" sldId="278"/>
            <ac:spMk id="7" creationId="{AE821DDD-2125-9E4B-669E-FA4F6CFF3576}"/>
          </ac:spMkLst>
        </pc:spChg>
        <pc:spChg chg="add mod">
          <ac:chgData name="KEERTHI SRI" userId="a8a9343bd9d4fbec" providerId="LiveId" clId="{EB6DB6A6-3089-4F87-AC40-4A040A1F14AC}" dt="2026-10-25T13:59:14.769" v="2820" actId="207"/>
          <ac:spMkLst>
            <pc:docMk/>
            <pc:sldMk cId="2508956523" sldId="278"/>
            <ac:spMk id="9" creationId="{138760D5-FC0E-292E-A4C6-57BE64B97A59}"/>
          </ac:spMkLst>
        </pc:spChg>
      </pc:sldChg>
      <pc:sldChg chg="addSp delSp modSp new mod">
        <pc:chgData name="KEERTHI SRI" userId="a8a9343bd9d4fbec" providerId="LiveId" clId="{EB6DB6A6-3089-4F87-AC40-4A040A1F14AC}" dt="2026-10-25T14:43:12.887" v="3255" actId="21"/>
        <pc:sldMkLst>
          <pc:docMk/>
          <pc:sldMk cId="2737029607" sldId="279"/>
        </pc:sldMkLst>
        <pc:spChg chg="add mod">
          <ac:chgData name="KEERTHI SRI" userId="a8a9343bd9d4fbec" providerId="LiveId" clId="{EB6DB6A6-3089-4F87-AC40-4A040A1F14AC}" dt="2026-10-25T14:04:22.730" v="2882" actId="14100"/>
          <ac:spMkLst>
            <pc:docMk/>
            <pc:sldMk cId="2737029607" sldId="279"/>
            <ac:spMk id="2" creationId="{BF8F782E-AA0E-416C-3CDD-0DDE1961251A}"/>
          </ac:spMkLst>
        </pc:spChg>
        <pc:spChg chg="add mod">
          <ac:chgData name="KEERTHI SRI" userId="a8a9343bd9d4fbec" providerId="LiveId" clId="{EB6DB6A6-3089-4F87-AC40-4A040A1F14AC}" dt="2026-10-25T14:05:18.776" v="2894" actId="207"/>
          <ac:spMkLst>
            <pc:docMk/>
            <pc:sldMk cId="2737029607" sldId="279"/>
            <ac:spMk id="3" creationId="{7737C7C7-9AD2-346E-4DEC-0DF08D91A42A}"/>
          </ac:spMkLst>
        </pc:spChg>
        <pc:spChg chg="add mod">
          <ac:chgData name="KEERTHI SRI" userId="a8a9343bd9d4fbec" providerId="LiveId" clId="{EB6DB6A6-3089-4F87-AC40-4A040A1F14AC}" dt="2026-10-25T14:33:55.511" v="3099" actId="14100"/>
          <ac:spMkLst>
            <pc:docMk/>
            <pc:sldMk cId="2737029607" sldId="279"/>
            <ac:spMk id="4" creationId="{3BF64FE6-9E50-C7DC-1597-EB676706D294}"/>
          </ac:spMkLst>
        </pc:spChg>
        <pc:spChg chg="add mod">
          <ac:chgData name="KEERTHI SRI" userId="a8a9343bd9d4fbec" providerId="LiveId" clId="{EB6DB6A6-3089-4F87-AC40-4A040A1F14AC}" dt="2026-10-25T14:37:59.491" v="3154" actId="13822"/>
          <ac:spMkLst>
            <pc:docMk/>
            <pc:sldMk cId="2737029607" sldId="279"/>
            <ac:spMk id="6" creationId="{7CE2D767-1832-540F-CAAF-F679F7CF0368}"/>
          </ac:spMkLst>
        </pc:spChg>
        <pc:spChg chg="add mod">
          <ac:chgData name="KEERTHI SRI" userId="a8a9343bd9d4fbec" providerId="LiveId" clId="{EB6DB6A6-3089-4F87-AC40-4A040A1F14AC}" dt="2026-10-25T14:06:42.069" v="2917" actId="255"/>
          <ac:spMkLst>
            <pc:docMk/>
            <pc:sldMk cId="2737029607" sldId="279"/>
            <ac:spMk id="7" creationId="{EC960D59-427A-CB0A-ED8C-3D526EBCA475}"/>
          </ac:spMkLst>
        </pc:spChg>
        <pc:spChg chg="add mod">
          <ac:chgData name="KEERTHI SRI" userId="a8a9343bd9d4fbec" providerId="LiveId" clId="{EB6DB6A6-3089-4F87-AC40-4A040A1F14AC}" dt="2026-10-25T14:36:29.372" v="3135" actId="20577"/>
          <ac:spMkLst>
            <pc:docMk/>
            <pc:sldMk cId="2737029607" sldId="279"/>
            <ac:spMk id="8" creationId="{4D44A5BD-7FBF-ACD2-BE78-CA7AE9F7455C}"/>
          </ac:spMkLst>
        </pc:spChg>
        <pc:spChg chg="add mod">
          <ac:chgData name="KEERTHI SRI" userId="a8a9343bd9d4fbec" providerId="LiveId" clId="{EB6DB6A6-3089-4F87-AC40-4A040A1F14AC}" dt="2026-10-25T14:34:48.812" v="3111" actId="14100"/>
          <ac:spMkLst>
            <pc:docMk/>
            <pc:sldMk cId="2737029607" sldId="279"/>
            <ac:spMk id="9" creationId="{B6902E42-5191-04CD-E0AA-81B0EC7028B6}"/>
          </ac:spMkLst>
        </pc:spChg>
        <pc:spChg chg="add mod">
          <ac:chgData name="KEERTHI SRI" userId="a8a9343bd9d4fbec" providerId="LiveId" clId="{EB6DB6A6-3089-4F87-AC40-4A040A1F14AC}" dt="2026-10-25T14:35:24.622" v="3118" actId="1076"/>
          <ac:spMkLst>
            <pc:docMk/>
            <pc:sldMk cId="2737029607" sldId="279"/>
            <ac:spMk id="10" creationId="{4E4D90F0-D5C4-7779-861B-547A52EA8CB2}"/>
          </ac:spMkLst>
        </pc:spChg>
        <pc:spChg chg="add mod">
          <ac:chgData name="KEERTHI SRI" userId="a8a9343bd9d4fbec" providerId="LiveId" clId="{EB6DB6A6-3089-4F87-AC40-4A040A1F14AC}" dt="2026-10-25T14:36:06.068" v="3127" actId="14100"/>
          <ac:spMkLst>
            <pc:docMk/>
            <pc:sldMk cId="2737029607" sldId="279"/>
            <ac:spMk id="11" creationId="{78851199-4B4A-A053-5F65-6FAE07202971}"/>
          </ac:spMkLst>
        </pc:spChg>
        <pc:spChg chg="add mod">
          <ac:chgData name="KEERTHI SRI" userId="a8a9343bd9d4fbec" providerId="LiveId" clId="{EB6DB6A6-3089-4F87-AC40-4A040A1F14AC}" dt="2026-10-25T14:36:20.577" v="3131" actId="14100"/>
          <ac:spMkLst>
            <pc:docMk/>
            <pc:sldMk cId="2737029607" sldId="279"/>
            <ac:spMk id="12" creationId="{71CC43E2-39BE-E520-21FF-F4E8538AA7C1}"/>
          </ac:spMkLst>
        </pc:spChg>
        <pc:spChg chg="add mod">
          <ac:chgData name="KEERTHI SRI" userId="a8a9343bd9d4fbec" providerId="LiveId" clId="{EB6DB6A6-3089-4F87-AC40-4A040A1F14AC}" dt="2026-10-25T14:36:51.308" v="3140" actId="14100"/>
          <ac:spMkLst>
            <pc:docMk/>
            <pc:sldMk cId="2737029607" sldId="279"/>
            <ac:spMk id="13" creationId="{1ECFCEF2-A5EA-72C4-F92D-7B451BE0A419}"/>
          </ac:spMkLst>
        </pc:spChg>
      </pc:sldChg>
      <pc:sldChg chg="addSp delSp modSp new mod">
        <pc:chgData name="KEERTHI SRI" userId="a8a9343bd9d4fbec" providerId="LiveId" clId="{EB6DB6A6-3089-4F87-AC40-4A040A1F14AC}" dt="2026-10-25T15:22:06.646" v="4100" actId="14100"/>
        <pc:sldMkLst>
          <pc:docMk/>
          <pc:sldMk cId="208896215" sldId="280"/>
        </pc:sldMkLst>
        <pc:spChg chg="add mod">
          <ac:chgData name="KEERTHI SRI" userId="a8a9343bd9d4fbec" providerId="LiveId" clId="{EB6DB6A6-3089-4F87-AC40-4A040A1F14AC}" dt="2026-10-25T15:22:06.646" v="4100" actId="14100"/>
          <ac:spMkLst>
            <pc:docMk/>
            <pc:sldMk cId="208896215" sldId="280"/>
            <ac:spMk id="2" creationId="{5C692CAB-8A7D-C8C4-AA0A-6FFB5D5D4A5C}"/>
          </ac:spMkLst>
        </pc:spChg>
        <pc:spChg chg="add mod">
          <ac:chgData name="KEERTHI SRI" userId="a8a9343bd9d4fbec" providerId="LiveId" clId="{EB6DB6A6-3089-4F87-AC40-4A040A1F14AC}" dt="2026-10-25T14:39:18.742" v="3216" actId="1076"/>
          <ac:spMkLst>
            <pc:docMk/>
            <pc:sldMk cId="208896215" sldId="280"/>
            <ac:spMk id="3" creationId="{B1BF5831-36E9-AD78-3880-641E42D76C42}"/>
          </ac:spMkLst>
        </pc:spChg>
        <pc:spChg chg="add mod">
          <ac:chgData name="KEERTHI SRI" userId="a8a9343bd9d4fbec" providerId="LiveId" clId="{EB6DB6A6-3089-4F87-AC40-4A040A1F14AC}" dt="2026-10-25T14:43:45.479" v="3256" actId="207"/>
          <ac:spMkLst>
            <pc:docMk/>
            <pc:sldMk cId="208896215" sldId="280"/>
            <ac:spMk id="4" creationId="{6E4E0CBD-8237-87D5-1EF6-06989546AA7F}"/>
          </ac:spMkLst>
        </pc:spChg>
        <pc:spChg chg="add mod">
          <ac:chgData name="KEERTHI SRI" userId="a8a9343bd9d4fbec" providerId="LiveId" clId="{EB6DB6A6-3089-4F87-AC40-4A040A1F14AC}" dt="2026-10-25T14:40:43.641" v="3249" actId="14100"/>
          <ac:spMkLst>
            <pc:docMk/>
            <pc:sldMk cId="208896215" sldId="280"/>
            <ac:spMk id="6" creationId="{7F891A7F-C1D8-E1AC-AB69-87FCCABBBAF4}"/>
          </ac:spMkLst>
        </pc:spChg>
        <pc:spChg chg="add mod">
          <ac:chgData name="KEERTHI SRI" userId="a8a9343bd9d4fbec" providerId="LiveId" clId="{EB6DB6A6-3089-4F87-AC40-4A040A1F14AC}" dt="2026-10-25T14:43:53.078" v="3257" actId="207"/>
          <ac:spMkLst>
            <pc:docMk/>
            <pc:sldMk cId="208896215" sldId="280"/>
            <ac:spMk id="7" creationId="{03B14738-7E97-60DE-5BE2-6E9014F05A7C}"/>
          </ac:spMkLst>
        </pc:spChg>
      </pc:sldChg>
      <pc:sldChg chg="addSp delSp modSp new mod">
        <pc:chgData name="KEERTHI SRI" userId="a8a9343bd9d4fbec" providerId="LiveId" clId="{EB6DB6A6-3089-4F87-AC40-4A040A1F14AC}" dt="2026-10-25T14:52:46.314" v="3464"/>
        <pc:sldMkLst>
          <pc:docMk/>
          <pc:sldMk cId="1188762592" sldId="281"/>
        </pc:sldMkLst>
        <pc:spChg chg="add mod">
          <ac:chgData name="KEERTHI SRI" userId="a8a9343bd9d4fbec" providerId="LiveId" clId="{EB6DB6A6-3089-4F87-AC40-4A040A1F14AC}" dt="2026-10-25T14:45:32.203" v="3338" actId="14100"/>
          <ac:spMkLst>
            <pc:docMk/>
            <pc:sldMk cId="1188762592" sldId="281"/>
            <ac:spMk id="2" creationId="{0F180E57-8689-7593-B0FE-31A310679EAB}"/>
          </ac:spMkLst>
        </pc:spChg>
        <pc:spChg chg="add mod">
          <ac:chgData name="KEERTHI SRI" userId="a8a9343bd9d4fbec" providerId="LiveId" clId="{EB6DB6A6-3089-4F87-AC40-4A040A1F14AC}" dt="2026-10-25T14:46:06.697" v="3382" actId="14100"/>
          <ac:spMkLst>
            <pc:docMk/>
            <pc:sldMk cId="1188762592" sldId="281"/>
            <ac:spMk id="4" creationId="{158020BB-9C95-A537-B47A-9C62A51AFAB7}"/>
          </ac:spMkLst>
        </pc:spChg>
        <pc:spChg chg="add mod">
          <ac:chgData name="KEERTHI SRI" userId="a8a9343bd9d4fbec" providerId="LiveId" clId="{EB6DB6A6-3089-4F87-AC40-4A040A1F14AC}" dt="2026-10-25T14:48:58.368" v="3417" actId="14100"/>
          <ac:spMkLst>
            <pc:docMk/>
            <pc:sldMk cId="1188762592" sldId="281"/>
            <ac:spMk id="7" creationId="{8264C877-B0EB-ED1B-472E-5B0220A6A71D}"/>
          </ac:spMkLst>
        </pc:spChg>
        <pc:spChg chg="add mod">
          <ac:chgData name="KEERTHI SRI" userId="a8a9343bd9d4fbec" providerId="LiveId" clId="{EB6DB6A6-3089-4F87-AC40-4A040A1F14AC}" dt="2026-10-25T14:52:10.418" v="3461" actId="14100"/>
          <ac:spMkLst>
            <pc:docMk/>
            <pc:sldMk cId="1188762592" sldId="281"/>
            <ac:spMk id="14" creationId="{16250A51-5A37-65D5-E679-B13BF76609AD}"/>
          </ac:spMkLst>
        </pc:spChg>
        <pc:spChg chg="add mod">
          <ac:chgData name="KEERTHI SRI" userId="a8a9343bd9d4fbec" providerId="LiveId" clId="{EB6DB6A6-3089-4F87-AC40-4A040A1F14AC}" dt="2026-10-25T14:52:46.314" v="3464"/>
          <ac:spMkLst>
            <pc:docMk/>
            <pc:sldMk cId="1188762592" sldId="281"/>
            <ac:spMk id="15" creationId="{483DC749-B64D-7BF5-2762-F61D1A6CA211}"/>
          </ac:spMkLst>
        </pc:spChg>
        <pc:graphicFrameChg chg="add mod modGraphic">
          <ac:chgData name="KEERTHI SRI" userId="a8a9343bd9d4fbec" providerId="LiveId" clId="{EB6DB6A6-3089-4F87-AC40-4A040A1F14AC}" dt="2026-10-25T14:48:32.513" v="3394" actId="14100"/>
          <ac:graphicFrameMkLst>
            <pc:docMk/>
            <pc:sldMk cId="1188762592" sldId="281"/>
            <ac:graphicFrameMk id="6" creationId="{310C0DB4-8627-5C57-71BA-DB8B886298BC}"/>
          </ac:graphicFrameMkLst>
        </pc:graphicFrameChg>
        <pc:picChg chg="add mod modCrop">
          <ac:chgData name="KEERTHI SRI" userId="a8a9343bd9d4fbec" providerId="LiveId" clId="{EB6DB6A6-3089-4F87-AC40-4A040A1F14AC}" dt="2026-10-25T14:51:44.864" v="3446" actId="14100"/>
          <ac:picMkLst>
            <pc:docMk/>
            <pc:sldMk cId="1188762592" sldId="281"/>
            <ac:picMk id="13" creationId="{0E501422-712D-CBB9-A362-C9CE976D6DD8}"/>
          </ac:picMkLst>
        </pc:picChg>
      </pc:sldChg>
      <pc:sldChg chg="addSp delSp modSp new mod">
        <pc:chgData name="KEERTHI SRI" userId="a8a9343bd9d4fbec" providerId="LiveId" clId="{EB6DB6A6-3089-4F87-AC40-4A040A1F14AC}" dt="2026-10-25T15:02:37.238" v="3600" actId="208"/>
        <pc:sldMkLst>
          <pc:docMk/>
          <pc:sldMk cId="302563961" sldId="284"/>
        </pc:sldMkLst>
        <pc:spChg chg="add mod">
          <ac:chgData name="KEERTHI SRI" userId="a8a9343bd9d4fbec" providerId="LiveId" clId="{EB6DB6A6-3089-4F87-AC40-4A040A1F14AC}" dt="2026-10-25T14:54:52.190" v="3491" actId="14100"/>
          <ac:spMkLst>
            <pc:docMk/>
            <pc:sldMk cId="302563961" sldId="284"/>
            <ac:spMk id="2" creationId="{CCC65C66-679F-44BB-68DA-F30A25D80A34}"/>
          </ac:spMkLst>
        </pc:spChg>
        <pc:spChg chg="add mod">
          <ac:chgData name="KEERTHI SRI" userId="a8a9343bd9d4fbec" providerId="LiveId" clId="{EB6DB6A6-3089-4F87-AC40-4A040A1F14AC}" dt="2026-10-25T14:55:52.877" v="3505" actId="14100"/>
          <ac:spMkLst>
            <pc:docMk/>
            <pc:sldMk cId="302563961" sldId="284"/>
            <ac:spMk id="3" creationId="{6F4DF238-30AB-C4F7-7777-0EB49AA20054}"/>
          </ac:spMkLst>
        </pc:spChg>
        <pc:spChg chg="add mod">
          <ac:chgData name="KEERTHI SRI" userId="a8a9343bd9d4fbec" providerId="LiveId" clId="{EB6DB6A6-3089-4F87-AC40-4A040A1F14AC}" dt="2026-10-25T15:02:15.553" v="3597" actId="207"/>
          <ac:spMkLst>
            <pc:docMk/>
            <pc:sldMk cId="302563961" sldId="284"/>
            <ac:spMk id="7" creationId="{28170591-5A5C-446F-4952-4B153C840EB2}"/>
          </ac:spMkLst>
        </pc:spChg>
        <pc:spChg chg="add mod">
          <ac:chgData name="KEERTHI SRI" userId="a8a9343bd9d4fbec" providerId="LiveId" clId="{EB6DB6A6-3089-4F87-AC40-4A040A1F14AC}" dt="2026-10-25T14:59:08.458" v="3537" actId="14100"/>
          <ac:spMkLst>
            <pc:docMk/>
            <pc:sldMk cId="302563961" sldId="284"/>
            <ac:spMk id="9" creationId="{2C278485-0C4C-818C-9107-CD77DC20ED84}"/>
          </ac:spMkLst>
        </pc:spChg>
        <pc:spChg chg="add mod">
          <ac:chgData name="KEERTHI SRI" userId="a8a9343bd9d4fbec" providerId="LiveId" clId="{EB6DB6A6-3089-4F87-AC40-4A040A1F14AC}" dt="2026-10-25T15:02:37.238" v="3600" actId="208"/>
          <ac:spMkLst>
            <pc:docMk/>
            <pc:sldMk cId="302563961" sldId="284"/>
            <ac:spMk id="10" creationId="{8764A805-CFA3-19BA-A00A-A0A89F0F0397}"/>
          </ac:spMkLst>
        </pc:spChg>
      </pc:sldChg>
      <pc:sldChg chg="addSp delSp modSp new mod">
        <pc:chgData name="KEERTHI SRI" userId="a8a9343bd9d4fbec" providerId="LiveId" clId="{EB6DB6A6-3089-4F87-AC40-4A040A1F14AC}" dt="2026-10-25T15:18:49.248" v="4010" actId="207"/>
        <pc:sldMkLst>
          <pc:docMk/>
          <pc:sldMk cId="2128418162" sldId="285"/>
        </pc:sldMkLst>
        <pc:spChg chg="add mod">
          <ac:chgData name="KEERTHI SRI" userId="a8a9343bd9d4fbec" providerId="LiveId" clId="{EB6DB6A6-3089-4F87-AC40-4A040A1F14AC}" dt="2026-10-25T15:04:00.870" v="3644" actId="14100"/>
          <ac:spMkLst>
            <pc:docMk/>
            <pc:sldMk cId="2128418162" sldId="285"/>
            <ac:spMk id="2" creationId="{3A449E60-7645-7DCB-43E2-122EA6304ACA}"/>
          </ac:spMkLst>
        </pc:spChg>
        <pc:spChg chg="add mod">
          <ac:chgData name="KEERTHI SRI" userId="a8a9343bd9d4fbec" providerId="LiveId" clId="{EB6DB6A6-3089-4F87-AC40-4A040A1F14AC}" dt="2026-10-25T15:04:22.561" v="3657" actId="14100"/>
          <ac:spMkLst>
            <pc:docMk/>
            <pc:sldMk cId="2128418162" sldId="285"/>
            <ac:spMk id="3" creationId="{6B7A8BAD-69F6-28E7-FBF5-4763A81A6210}"/>
          </ac:spMkLst>
        </pc:spChg>
        <pc:spChg chg="add mod">
          <ac:chgData name="KEERTHI SRI" userId="a8a9343bd9d4fbec" providerId="LiveId" clId="{EB6DB6A6-3089-4F87-AC40-4A040A1F14AC}" dt="2026-10-25T15:18:49.248" v="4010" actId="207"/>
          <ac:spMkLst>
            <pc:docMk/>
            <pc:sldMk cId="2128418162" sldId="285"/>
            <ac:spMk id="4" creationId="{F3645F2A-55C3-C016-001A-71DE5FFBD437}"/>
          </ac:spMkLst>
        </pc:spChg>
        <pc:spChg chg="add mod">
          <ac:chgData name="KEERTHI SRI" userId="a8a9343bd9d4fbec" providerId="LiveId" clId="{EB6DB6A6-3089-4F87-AC40-4A040A1F14AC}" dt="2026-10-25T15:06:12.924" v="3675" actId="1076"/>
          <ac:spMkLst>
            <pc:docMk/>
            <pc:sldMk cId="2128418162" sldId="285"/>
            <ac:spMk id="5" creationId="{9E1A0CAF-4F8B-0DC3-2C5B-C586790EFB39}"/>
          </ac:spMkLst>
        </pc:spChg>
        <pc:spChg chg="add mod">
          <ac:chgData name="KEERTHI SRI" userId="a8a9343bd9d4fbec" providerId="LiveId" clId="{EB6DB6A6-3089-4F87-AC40-4A040A1F14AC}" dt="2026-10-25T15:18:40.419" v="4009" actId="207"/>
          <ac:spMkLst>
            <pc:docMk/>
            <pc:sldMk cId="2128418162" sldId="285"/>
            <ac:spMk id="6" creationId="{59923AB0-6335-545E-7920-8142A4C757A8}"/>
          </ac:spMkLst>
        </pc:spChg>
        <pc:spChg chg="add mod">
          <ac:chgData name="KEERTHI SRI" userId="a8a9343bd9d4fbec" providerId="LiveId" clId="{EB6DB6A6-3089-4F87-AC40-4A040A1F14AC}" dt="2026-10-25T15:10:33.846" v="3963" actId="14100"/>
          <ac:spMkLst>
            <pc:docMk/>
            <pc:sldMk cId="2128418162" sldId="285"/>
            <ac:spMk id="9" creationId="{DBC4FC43-E4CC-A767-154C-C70ED334F6A2}"/>
          </ac:spMkLst>
        </pc:spChg>
        <pc:spChg chg="add mod">
          <ac:chgData name="KEERTHI SRI" userId="a8a9343bd9d4fbec" providerId="LiveId" clId="{EB6DB6A6-3089-4F87-AC40-4A040A1F14AC}" dt="2026-10-25T15:11:10.055" v="3971" actId="14100"/>
          <ac:spMkLst>
            <pc:docMk/>
            <pc:sldMk cId="2128418162" sldId="285"/>
            <ac:spMk id="10" creationId="{DCC2450D-4FFA-8022-38E3-69392C6004FD}"/>
          </ac:spMkLst>
        </pc:spChg>
        <pc:spChg chg="add mod">
          <ac:chgData name="KEERTHI SRI" userId="a8a9343bd9d4fbec" providerId="LiveId" clId="{EB6DB6A6-3089-4F87-AC40-4A040A1F14AC}" dt="2026-10-25T15:12:07.606" v="3979" actId="14100"/>
          <ac:spMkLst>
            <pc:docMk/>
            <pc:sldMk cId="2128418162" sldId="285"/>
            <ac:spMk id="11" creationId="{E047BF92-322F-8B5C-DAF7-FB20B5A8FCA0}"/>
          </ac:spMkLst>
        </pc:spChg>
        <pc:spChg chg="add mod">
          <ac:chgData name="KEERTHI SRI" userId="a8a9343bd9d4fbec" providerId="LiveId" clId="{EB6DB6A6-3089-4F87-AC40-4A040A1F14AC}" dt="2026-10-25T15:12:45.172" v="3986" actId="14100"/>
          <ac:spMkLst>
            <pc:docMk/>
            <pc:sldMk cId="2128418162" sldId="285"/>
            <ac:spMk id="12" creationId="{38A04BE7-CF6A-66CF-FA18-29E56E08120A}"/>
          </ac:spMkLst>
        </pc:spChg>
        <pc:spChg chg="add mod">
          <ac:chgData name="KEERTHI SRI" userId="a8a9343bd9d4fbec" providerId="LiveId" clId="{EB6DB6A6-3089-4F87-AC40-4A040A1F14AC}" dt="2026-10-25T15:14:03.267" v="3991" actId="14100"/>
          <ac:spMkLst>
            <pc:docMk/>
            <pc:sldMk cId="2128418162" sldId="285"/>
            <ac:spMk id="13" creationId="{2C3A0DA6-A7C5-5211-F6B4-F718B378A9A2}"/>
          </ac:spMkLst>
        </pc:spChg>
        <pc:spChg chg="add mod">
          <ac:chgData name="KEERTHI SRI" userId="a8a9343bd9d4fbec" providerId="LiveId" clId="{EB6DB6A6-3089-4F87-AC40-4A040A1F14AC}" dt="2026-10-25T15:14:48.534" v="3996" actId="14100"/>
          <ac:spMkLst>
            <pc:docMk/>
            <pc:sldMk cId="2128418162" sldId="285"/>
            <ac:spMk id="14" creationId="{686721D3-8FC2-FDCA-94EE-6B40E4E6EAC2}"/>
          </ac:spMkLst>
        </pc:spChg>
        <pc:spChg chg="add mod">
          <ac:chgData name="KEERTHI SRI" userId="a8a9343bd9d4fbec" providerId="LiveId" clId="{EB6DB6A6-3089-4F87-AC40-4A040A1F14AC}" dt="2026-10-25T15:16:04.550" v="4007" actId="14100"/>
          <ac:spMkLst>
            <pc:docMk/>
            <pc:sldMk cId="2128418162" sldId="285"/>
            <ac:spMk id="15" creationId="{D3B9B2CB-210D-7D74-FF26-574DCDD03E88}"/>
          </ac:spMkLst>
        </pc:spChg>
      </pc:sldChg>
      <pc:sldChg chg="addSp delSp modSp new mod">
        <pc:chgData name="KEERTHI SRI" userId="a8a9343bd9d4fbec" providerId="LiveId" clId="{EB6DB6A6-3089-4F87-AC40-4A040A1F14AC}" dt="2026-10-25T15:36:56.903" v="4155" actId="207"/>
        <pc:sldMkLst>
          <pc:docMk/>
          <pc:sldMk cId="1843474132" sldId="286"/>
        </pc:sldMkLst>
        <pc:spChg chg="add mod">
          <ac:chgData name="KEERTHI SRI" userId="a8a9343bd9d4fbec" providerId="LiveId" clId="{EB6DB6A6-3089-4F87-AC40-4A040A1F14AC}" dt="2026-10-25T15:23:34.447" v="4101" actId="255"/>
          <ac:spMkLst>
            <pc:docMk/>
            <pc:sldMk cId="1843474132" sldId="286"/>
            <ac:spMk id="3" creationId="{99D3B3DE-5F84-9240-1F08-7EBDC1EBB5C0}"/>
          </ac:spMkLst>
        </pc:spChg>
        <pc:spChg chg="add mod">
          <ac:chgData name="KEERTHI SRI" userId="a8a9343bd9d4fbec" providerId="LiveId" clId="{EB6DB6A6-3089-4F87-AC40-4A040A1F14AC}" dt="2026-10-25T15:24:06.602" v="4119" actId="14100"/>
          <ac:spMkLst>
            <pc:docMk/>
            <pc:sldMk cId="1843474132" sldId="286"/>
            <ac:spMk id="4" creationId="{1FD8990B-FB65-16AC-277E-411214BA9EE0}"/>
          </ac:spMkLst>
        </pc:spChg>
        <pc:spChg chg="add mod">
          <ac:chgData name="KEERTHI SRI" userId="a8a9343bd9d4fbec" providerId="LiveId" clId="{EB6DB6A6-3089-4F87-AC40-4A040A1F14AC}" dt="2026-10-25T15:36:51.788" v="4154" actId="207"/>
          <ac:spMkLst>
            <pc:docMk/>
            <pc:sldMk cId="1843474132" sldId="286"/>
            <ac:spMk id="5" creationId="{CC90315F-D0A0-FE9C-D14C-30B0AF334B03}"/>
          </ac:spMkLst>
        </pc:spChg>
        <pc:spChg chg="add mod">
          <ac:chgData name="KEERTHI SRI" userId="a8a9343bd9d4fbec" providerId="LiveId" clId="{EB6DB6A6-3089-4F87-AC40-4A040A1F14AC}" dt="2026-10-25T15:25:27.279" v="4149" actId="14100"/>
          <ac:spMkLst>
            <pc:docMk/>
            <pc:sldMk cId="1843474132" sldId="286"/>
            <ac:spMk id="6" creationId="{4786391A-61F6-A371-E781-79E818F90761}"/>
          </ac:spMkLst>
        </pc:spChg>
        <pc:spChg chg="add mod">
          <ac:chgData name="KEERTHI SRI" userId="a8a9343bd9d4fbec" providerId="LiveId" clId="{EB6DB6A6-3089-4F87-AC40-4A040A1F14AC}" dt="2026-10-25T15:36:56.903" v="4155" actId="207"/>
          <ac:spMkLst>
            <pc:docMk/>
            <pc:sldMk cId="1843474132" sldId="286"/>
            <ac:spMk id="7" creationId="{8420E108-64D9-429B-3F2E-8284283E6D34}"/>
          </ac:spMkLst>
        </pc:spChg>
      </pc:sldChg>
      <pc:sldChg chg="addSp modSp new mod">
        <pc:chgData name="KEERTHI SRI" userId="a8a9343bd9d4fbec" providerId="LiveId" clId="{EB6DB6A6-3089-4F87-AC40-4A040A1F14AC}" dt="2026-10-25T16:24:18.683" v="4267" actId="14100"/>
        <pc:sldMkLst>
          <pc:docMk/>
          <pc:sldMk cId="39333806" sldId="287"/>
        </pc:sldMkLst>
        <pc:spChg chg="add mod">
          <ac:chgData name="KEERTHI SRI" userId="a8a9343bd9d4fbec" providerId="LiveId" clId="{EB6DB6A6-3089-4F87-AC40-4A040A1F14AC}" dt="2026-10-25T15:38:17.617" v="4215" actId="14100"/>
          <ac:spMkLst>
            <pc:docMk/>
            <pc:sldMk cId="39333806" sldId="287"/>
            <ac:spMk id="2" creationId="{2B55F9CA-EC8A-B746-7C39-C0599896F278}"/>
          </ac:spMkLst>
        </pc:spChg>
        <pc:spChg chg="add mod">
          <ac:chgData name="KEERTHI SRI" userId="a8a9343bd9d4fbec" providerId="LiveId" clId="{EB6DB6A6-3089-4F87-AC40-4A040A1F14AC}" dt="2026-10-25T15:39:28.665" v="4250" actId="14100"/>
          <ac:spMkLst>
            <pc:docMk/>
            <pc:sldMk cId="39333806" sldId="287"/>
            <ac:spMk id="3" creationId="{1C1FB443-6318-2125-9298-CAD5D58666B3}"/>
          </ac:spMkLst>
        </pc:spChg>
        <pc:spChg chg="add mod">
          <ac:chgData name="KEERTHI SRI" userId="a8a9343bd9d4fbec" providerId="LiveId" clId="{EB6DB6A6-3089-4F87-AC40-4A040A1F14AC}" dt="2026-10-25T15:40:02.841" v="4253" actId="14100"/>
          <ac:spMkLst>
            <pc:docMk/>
            <pc:sldMk cId="39333806" sldId="287"/>
            <ac:spMk id="4" creationId="{8267CEAC-C35E-B548-1799-DECE2C8007E3}"/>
          </ac:spMkLst>
        </pc:spChg>
        <pc:graphicFrameChg chg="add mod modGraphic">
          <ac:chgData name="KEERTHI SRI" userId="a8a9343bd9d4fbec" providerId="LiveId" clId="{EB6DB6A6-3089-4F87-AC40-4A040A1F14AC}" dt="2026-10-25T16:24:18.683" v="4267" actId="14100"/>
          <ac:graphicFrameMkLst>
            <pc:docMk/>
            <pc:sldMk cId="39333806" sldId="287"/>
            <ac:graphicFrameMk id="5" creationId="{F7259B37-1B94-DEFA-F2C2-DDD630160BD4}"/>
          </ac:graphicFrameMkLst>
        </pc:graphicFrameChg>
      </pc:sldChg>
      <pc:sldChg chg="addSp delSp modSp new mod">
        <pc:chgData name="KEERTHI SRI" userId="a8a9343bd9d4fbec" providerId="LiveId" clId="{EB6DB6A6-3089-4F87-AC40-4A040A1F14AC}" dt="2026-10-25T16:31:47.349" v="4324"/>
        <pc:sldMkLst>
          <pc:docMk/>
          <pc:sldMk cId="2031892810" sldId="288"/>
        </pc:sldMkLst>
        <pc:spChg chg="add mod">
          <ac:chgData name="KEERTHI SRI" userId="a8a9343bd9d4fbec" providerId="LiveId" clId="{EB6DB6A6-3089-4F87-AC40-4A040A1F14AC}" dt="2026-10-25T16:24:55.541" v="4289" actId="255"/>
          <ac:spMkLst>
            <pc:docMk/>
            <pc:sldMk cId="2031892810" sldId="288"/>
            <ac:spMk id="2" creationId="{2066AE63-277E-CA5C-824D-7D631561003E}"/>
          </ac:spMkLst>
        </pc:spChg>
        <pc:spChg chg="add mod">
          <ac:chgData name="KEERTHI SRI" userId="a8a9343bd9d4fbec" providerId="LiveId" clId="{EB6DB6A6-3089-4F87-AC40-4A040A1F14AC}" dt="2026-10-25T16:30:59.761" v="4321" actId="14100"/>
          <ac:spMkLst>
            <pc:docMk/>
            <pc:sldMk cId="2031892810" sldId="288"/>
            <ac:spMk id="7" creationId="{069F962A-F861-522B-676A-796D7C30C4DD}"/>
          </ac:spMkLst>
        </pc:spChg>
        <pc:spChg chg="add mod">
          <ac:chgData name="KEERTHI SRI" userId="a8a9343bd9d4fbec" providerId="LiveId" clId="{EB6DB6A6-3089-4F87-AC40-4A040A1F14AC}" dt="2026-10-25T16:31:47.349" v="4324"/>
          <ac:spMkLst>
            <pc:docMk/>
            <pc:sldMk cId="2031892810" sldId="288"/>
            <ac:spMk id="8" creationId="{11640CD2-1F2B-8570-CBB9-3B6A0EB1B5B8}"/>
          </ac:spMkLst>
        </pc:spChg>
        <pc:picChg chg="add mod modCrop">
          <ac:chgData name="KEERTHI SRI" userId="a8a9343bd9d4fbec" providerId="LiveId" clId="{EB6DB6A6-3089-4F87-AC40-4A040A1F14AC}" dt="2026-10-25T16:30:39.265" v="4307" actId="14100"/>
          <ac:picMkLst>
            <pc:docMk/>
            <pc:sldMk cId="2031892810" sldId="288"/>
            <ac:picMk id="6" creationId="{8BC72BB9-D83D-E89B-852B-65DB4A5FDE49}"/>
          </ac:picMkLst>
        </pc:picChg>
      </pc:sldChg>
      <pc:sldChg chg="addSp modSp new mod">
        <pc:chgData name="KEERTHI SRI" userId="a8a9343bd9d4fbec" providerId="LiveId" clId="{EB6DB6A6-3089-4F87-AC40-4A040A1F14AC}" dt="2026-10-25T16:44:45.256" v="4404" actId="207"/>
        <pc:sldMkLst>
          <pc:docMk/>
          <pc:sldMk cId="3831965368" sldId="289"/>
        </pc:sldMkLst>
        <pc:spChg chg="add mod">
          <ac:chgData name="KEERTHI SRI" userId="a8a9343bd9d4fbec" providerId="LiveId" clId="{EB6DB6A6-3089-4F87-AC40-4A040A1F14AC}" dt="2026-10-25T16:39:11.330" v="4359" actId="255"/>
          <ac:spMkLst>
            <pc:docMk/>
            <pc:sldMk cId="3831965368" sldId="289"/>
            <ac:spMk id="2" creationId="{A29AA69E-4349-119D-8ECB-52EB93D11750}"/>
          </ac:spMkLst>
        </pc:spChg>
        <pc:spChg chg="add mod">
          <ac:chgData name="KEERTHI SRI" userId="a8a9343bd9d4fbec" providerId="LiveId" clId="{EB6DB6A6-3089-4F87-AC40-4A040A1F14AC}" dt="2026-10-25T16:40:33.988" v="4373" actId="14100"/>
          <ac:spMkLst>
            <pc:docMk/>
            <pc:sldMk cId="3831965368" sldId="289"/>
            <ac:spMk id="3" creationId="{96189069-5F06-6D5D-909E-D172CE3BC887}"/>
          </ac:spMkLst>
        </pc:spChg>
        <pc:spChg chg="add mod">
          <ac:chgData name="KEERTHI SRI" userId="a8a9343bd9d4fbec" providerId="LiveId" clId="{EB6DB6A6-3089-4F87-AC40-4A040A1F14AC}" dt="2026-10-25T16:44:30.604" v="4402" actId="207"/>
          <ac:spMkLst>
            <pc:docMk/>
            <pc:sldMk cId="3831965368" sldId="289"/>
            <ac:spMk id="4" creationId="{3704F750-0DAA-57EA-6BC7-4644FE53DEF3}"/>
          </ac:spMkLst>
        </pc:spChg>
        <pc:spChg chg="add mod">
          <ac:chgData name="KEERTHI SRI" userId="a8a9343bd9d4fbec" providerId="LiveId" clId="{EB6DB6A6-3089-4F87-AC40-4A040A1F14AC}" dt="2026-10-25T16:43:28.108" v="4395" actId="1076"/>
          <ac:spMkLst>
            <pc:docMk/>
            <pc:sldMk cId="3831965368" sldId="289"/>
            <ac:spMk id="5" creationId="{156DF606-94C5-75C5-6602-2CF9EDB6AF22}"/>
          </ac:spMkLst>
        </pc:spChg>
        <pc:spChg chg="add mod">
          <ac:chgData name="KEERTHI SRI" userId="a8a9343bd9d4fbec" providerId="LiveId" clId="{EB6DB6A6-3089-4F87-AC40-4A040A1F14AC}" dt="2026-10-25T16:44:45.256" v="4404" actId="207"/>
          <ac:spMkLst>
            <pc:docMk/>
            <pc:sldMk cId="3831965368" sldId="289"/>
            <ac:spMk id="6" creationId="{CB63A17C-D4BB-8FCB-5606-4CE922664B3E}"/>
          </ac:spMkLst>
        </pc:spChg>
      </pc:sldChg>
      <pc:sldChg chg="addSp modSp new mod">
        <pc:chgData name="KEERTHI SRI" userId="a8a9343bd9d4fbec" providerId="LiveId" clId="{EB6DB6A6-3089-4F87-AC40-4A040A1F14AC}" dt="2026-10-25T16:48:58.069" v="4486" actId="207"/>
        <pc:sldMkLst>
          <pc:docMk/>
          <pc:sldMk cId="3972867433" sldId="290"/>
        </pc:sldMkLst>
        <pc:spChg chg="add mod">
          <ac:chgData name="KEERTHI SRI" userId="a8a9343bd9d4fbec" providerId="LiveId" clId="{EB6DB6A6-3089-4F87-AC40-4A040A1F14AC}" dt="2026-10-25T16:45:51.632" v="4450" actId="255"/>
          <ac:spMkLst>
            <pc:docMk/>
            <pc:sldMk cId="3972867433" sldId="290"/>
            <ac:spMk id="2" creationId="{F1923A2B-686F-3A8D-B51F-AD478A859C31}"/>
          </ac:spMkLst>
        </pc:spChg>
        <pc:spChg chg="add mod">
          <ac:chgData name="KEERTHI SRI" userId="a8a9343bd9d4fbec" providerId="LiveId" clId="{EB6DB6A6-3089-4F87-AC40-4A040A1F14AC}" dt="2026-10-25T16:46:10.128" v="4463" actId="14100"/>
          <ac:spMkLst>
            <pc:docMk/>
            <pc:sldMk cId="3972867433" sldId="290"/>
            <ac:spMk id="3" creationId="{14142AC2-9B79-B303-3A20-47542763A1C8}"/>
          </ac:spMkLst>
        </pc:spChg>
        <pc:spChg chg="add mod">
          <ac:chgData name="KEERTHI SRI" userId="a8a9343bd9d4fbec" providerId="LiveId" clId="{EB6DB6A6-3089-4F87-AC40-4A040A1F14AC}" dt="2026-10-25T16:48:54.049" v="4485" actId="207"/>
          <ac:spMkLst>
            <pc:docMk/>
            <pc:sldMk cId="3972867433" sldId="290"/>
            <ac:spMk id="4" creationId="{37333EE1-B584-4B7B-E345-0E63D8F889E2}"/>
          </ac:spMkLst>
        </pc:spChg>
        <pc:spChg chg="add mod">
          <ac:chgData name="KEERTHI SRI" userId="a8a9343bd9d4fbec" providerId="LiveId" clId="{EB6DB6A6-3089-4F87-AC40-4A040A1F14AC}" dt="2026-10-25T16:47:44.795" v="4481" actId="14100"/>
          <ac:spMkLst>
            <pc:docMk/>
            <pc:sldMk cId="3972867433" sldId="290"/>
            <ac:spMk id="5" creationId="{FB60F91B-57A7-FB83-7E07-DEF023C1D453}"/>
          </ac:spMkLst>
        </pc:spChg>
        <pc:spChg chg="add mod">
          <ac:chgData name="KEERTHI SRI" userId="a8a9343bd9d4fbec" providerId="LiveId" clId="{EB6DB6A6-3089-4F87-AC40-4A040A1F14AC}" dt="2026-10-25T16:48:58.069" v="4486" actId="207"/>
          <ac:spMkLst>
            <pc:docMk/>
            <pc:sldMk cId="3972867433" sldId="290"/>
            <ac:spMk id="6" creationId="{1BCB95B6-FDAF-767F-9E4D-E931E9B78A87}"/>
          </ac:spMkLst>
        </pc:spChg>
      </pc:sldChg>
      <pc:sldChg chg="addSp delSp modSp new mod">
        <pc:chgData name="KEERTHI SRI" userId="a8a9343bd9d4fbec" providerId="LiveId" clId="{EB6DB6A6-3089-4F87-AC40-4A040A1F14AC}" dt="2026-10-25T16:58:29.099" v="4582" actId="207"/>
        <pc:sldMkLst>
          <pc:docMk/>
          <pc:sldMk cId="3595702212" sldId="291"/>
        </pc:sldMkLst>
        <pc:spChg chg="add mod">
          <ac:chgData name="KEERTHI SRI" userId="a8a9343bd9d4fbec" providerId="LiveId" clId="{EB6DB6A6-3089-4F87-AC40-4A040A1F14AC}" dt="2026-10-25T16:50:31.199" v="4530" actId="255"/>
          <ac:spMkLst>
            <pc:docMk/>
            <pc:sldMk cId="3595702212" sldId="291"/>
            <ac:spMk id="2" creationId="{C78E26F4-9BAF-1010-87EF-1CC352D7E69E}"/>
          </ac:spMkLst>
        </pc:spChg>
        <pc:spChg chg="add mod">
          <ac:chgData name="KEERTHI SRI" userId="a8a9343bd9d4fbec" providerId="LiveId" clId="{EB6DB6A6-3089-4F87-AC40-4A040A1F14AC}" dt="2026-10-25T16:52:25.242" v="4545" actId="1076"/>
          <ac:spMkLst>
            <pc:docMk/>
            <pc:sldMk cId="3595702212" sldId="291"/>
            <ac:spMk id="3" creationId="{0D2CC7CD-2773-849B-B83E-C21E66F4C408}"/>
          </ac:spMkLst>
        </pc:spChg>
        <pc:spChg chg="add mod">
          <ac:chgData name="KEERTHI SRI" userId="a8a9343bd9d4fbec" providerId="LiveId" clId="{EB6DB6A6-3089-4F87-AC40-4A040A1F14AC}" dt="2026-10-25T16:58:22.105" v="4580" actId="207"/>
          <ac:spMkLst>
            <pc:docMk/>
            <pc:sldMk cId="3595702212" sldId="291"/>
            <ac:spMk id="5" creationId="{AB695E69-F63A-8ED6-4010-120B05F3AC8C}"/>
          </ac:spMkLst>
        </pc:spChg>
        <pc:spChg chg="add mod">
          <ac:chgData name="KEERTHI SRI" userId="a8a9343bd9d4fbec" providerId="LiveId" clId="{EB6DB6A6-3089-4F87-AC40-4A040A1F14AC}" dt="2026-10-25T16:53:01.607" v="4574" actId="20577"/>
          <ac:spMkLst>
            <pc:docMk/>
            <pc:sldMk cId="3595702212" sldId="291"/>
            <ac:spMk id="6" creationId="{739C2561-C9AB-F1BC-6244-6C7E1B255EA9}"/>
          </ac:spMkLst>
        </pc:spChg>
        <pc:spChg chg="add mod">
          <ac:chgData name="KEERTHI SRI" userId="a8a9343bd9d4fbec" providerId="LiveId" clId="{EB6DB6A6-3089-4F87-AC40-4A040A1F14AC}" dt="2026-10-25T16:58:29.099" v="4582" actId="207"/>
          <ac:spMkLst>
            <pc:docMk/>
            <pc:sldMk cId="3595702212" sldId="291"/>
            <ac:spMk id="7" creationId="{B382D1ED-1205-585A-643F-94F31EC01FD2}"/>
          </ac:spMkLst>
        </pc:spChg>
      </pc:sldChg>
      <pc:sldChg chg="addSp delSp modSp new mod">
        <pc:chgData name="KEERTHI SRI" userId="a8a9343bd9d4fbec" providerId="LiveId" clId="{EB6DB6A6-3089-4F87-AC40-4A040A1F14AC}" dt="2026-10-25T17:05:29.278" v="4761"/>
        <pc:sldMkLst>
          <pc:docMk/>
          <pc:sldMk cId="3386086530" sldId="292"/>
        </pc:sldMkLst>
        <pc:spChg chg="add mod">
          <ac:chgData name="KEERTHI SRI" userId="a8a9343bd9d4fbec" providerId="LiveId" clId="{EB6DB6A6-3089-4F87-AC40-4A040A1F14AC}" dt="2026-10-25T16:59:31.600" v="4623" actId="255"/>
          <ac:spMkLst>
            <pc:docMk/>
            <pc:sldMk cId="3386086530" sldId="292"/>
            <ac:spMk id="2" creationId="{93F6851B-4BC5-B778-D4A4-6AD32EAF0119}"/>
          </ac:spMkLst>
        </pc:spChg>
        <pc:spChg chg="add mod">
          <ac:chgData name="KEERTHI SRI" userId="a8a9343bd9d4fbec" providerId="LiveId" clId="{EB6DB6A6-3089-4F87-AC40-4A040A1F14AC}" dt="2026-10-25T17:01:28.765" v="4661" actId="1076"/>
          <ac:spMkLst>
            <pc:docMk/>
            <pc:sldMk cId="3386086530" sldId="292"/>
            <ac:spMk id="3" creationId="{69CC1159-614C-F7FF-4290-5408951FEC8B}"/>
          </ac:spMkLst>
        </pc:spChg>
        <pc:graphicFrameChg chg="add mod modGraphic">
          <ac:chgData name="KEERTHI SRI" userId="a8a9343bd9d4fbec" providerId="LiveId" clId="{EB6DB6A6-3089-4F87-AC40-4A040A1F14AC}" dt="2026-10-25T17:05:28.390" v="4759" actId="14100"/>
          <ac:graphicFrameMkLst>
            <pc:docMk/>
            <pc:sldMk cId="3386086530" sldId="292"/>
            <ac:graphicFrameMk id="9" creationId="{DADA8E7D-9056-4D04-2149-CF05FB51842F}"/>
          </ac:graphicFrameMkLst>
        </pc:graphicFrameChg>
      </pc:sldChg>
      <pc:sldChg chg="addSp delSp modSp new mod">
        <pc:chgData name="KEERTHI SRI" userId="a8a9343bd9d4fbec" providerId="LiveId" clId="{EB6DB6A6-3089-4F87-AC40-4A040A1F14AC}" dt="2026-10-25T17:11:32.994" v="4813" actId="14100"/>
        <pc:sldMkLst>
          <pc:docMk/>
          <pc:sldMk cId="2230216643" sldId="293"/>
        </pc:sldMkLst>
        <pc:spChg chg="add mod">
          <ac:chgData name="KEERTHI SRI" userId="a8a9343bd9d4fbec" providerId="LiveId" clId="{EB6DB6A6-3089-4F87-AC40-4A040A1F14AC}" dt="2026-10-25T17:05:52.446" v="4782" actId="255"/>
          <ac:spMkLst>
            <pc:docMk/>
            <pc:sldMk cId="2230216643" sldId="293"/>
            <ac:spMk id="2" creationId="{86BF389D-D0DB-1D96-F716-B738B111B943}"/>
          </ac:spMkLst>
        </pc:spChg>
        <pc:spChg chg="add mod">
          <ac:chgData name="KEERTHI SRI" userId="a8a9343bd9d4fbec" providerId="LiveId" clId="{EB6DB6A6-3089-4F87-AC40-4A040A1F14AC}" dt="2026-10-25T17:10:38.417" v="4806" actId="14100"/>
          <ac:spMkLst>
            <pc:docMk/>
            <pc:sldMk cId="2230216643" sldId="293"/>
            <ac:spMk id="6" creationId="{1DC7607C-3519-DF0A-917A-C5F4FD124DA8}"/>
          </ac:spMkLst>
        </pc:spChg>
        <pc:spChg chg="add mod">
          <ac:chgData name="KEERTHI SRI" userId="a8a9343bd9d4fbec" providerId="LiveId" clId="{EB6DB6A6-3089-4F87-AC40-4A040A1F14AC}" dt="2026-10-25T17:11:32.994" v="4813" actId="14100"/>
          <ac:spMkLst>
            <pc:docMk/>
            <pc:sldMk cId="2230216643" sldId="293"/>
            <ac:spMk id="8" creationId="{D1288E0F-ABB6-1307-330D-7826E04FDB5D}"/>
          </ac:spMkLst>
        </pc:spChg>
        <pc:picChg chg="add mod modCrop">
          <ac:chgData name="KEERTHI SRI" userId="a8a9343bd9d4fbec" providerId="LiveId" clId="{EB6DB6A6-3089-4F87-AC40-4A040A1F14AC}" dt="2026-10-25T17:10:04.225" v="4792" actId="14100"/>
          <ac:picMkLst>
            <pc:docMk/>
            <pc:sldMk cId="2230216643" sldId="293"/>
            <ac:picMk id="5" creationId="{65E76898-1997-32EC-11E3-483CBF8F7038}"/>
          </ac:picMkLst>
        </pc:picChg>
      </pc:sldChg>
      <pc:sldChg chg="addSp delSp modSp new mod">
        <pc:chgData name="KEERTHI SRI" userId="a8a9343bd9d4fbec" providerId="LiveId" clId="{EB6DB6A6-3089-4F87-AC40-4A040A1F14AC}" dt="2026-10-25T17:20:45.048" v="4876" actId="14100"/>
        <pc:sldMkLst>
          <pc:docMk/>
          <pc:sldMk cId="1564766676" sldId="294"/>
        </pc:sldMkLst>
        <pc:spChg chg="add mod">
          <ac:chgData name="KEERTHI SRI" userId="a8a9343bd9d4fbec" providerId="LiveId" clId="{EB6DB6A6-3089-4F87-AC40-4A040A1F14AC}" dt="2026-10-25T17:17:07.723" v="4836" actId="14100"/>
          <ac:spMkLst>
            <pc:docMk/>
            <pc:sldMk cId="1564766676" sldId="294"/>
            <ac:spMk id="2" creationId="{D0109896-CE62-2498-7C36-46EE79190F5E}"/>
          </ac:spMkLst>
        </pc:spChg>
        <pc:spChg chg="add mod">
          <ac:chgData name="KEERTHI SRI" userId="a8a9343bd9d4fbec" providerId="LiveId" clId="{EB6DB6A6-3089-4F87-AC40-4A040A1F14AC}" dt="2026-10-25T17:18:12.636" v="4854" actId="14100"/>
          <ac:spMkLst>
            <pc:docMk/>
            <pc:sldMk cId="1564766676" sldId="294"/>
            <ac:spMk id="4" creationId="{7C9F83BC-F9D8-15D8-95EF-9B9B2BDBD83B}"/>
          </ac:spMkLst>
        </pc:spChg>
        <pc:spChg chg="add mod">
          <ac:chgData name="KEERTHI SRI" userId="a8a9343bd9d4fbec" providerId="LiveId" clId="{EB6DB6A6-3089-4F87-AC40-4A040A1F14AC}" dt="2026-10-25T17:19:19.390" v="4858" actId="14100"/>
          <ac:spMkLst>
            <pc:docMk/>
            <pc:sldMk cId="1564766676" sldId="294"/>
            <ac:spMk id="5" creationId="{4CB0817A-FDB9-12E8-234E-2AE17CFA304E}"/>
          </ac:spMkLst>
        </pc:spChg>
        <pc:spChg chg="add mod">
          <ac:chgData name="KEERTHI SRI" userId="a8a9343bd9d4fbec" providerId="LiveId" clId="{EB6DB6A6-3089-4F87-AC40-4A040A1F14AC}" dt="2026-10-25T17:19:43.215" v="4872" actId="207"/>
          <ac:spMkLst>
            <pc:docMk/>
            <pc:sldMk cId="1564766676" sldId="294"/>
            <ac:spMk id="6" creationId="{FE4CB247-6697-A045-C8C0-C9628897C04C}"/>
          </ac:spMkLst>
        </pc:spChg>
        <pc:spChg chg="add mod">
          <ac:chgData name="KEERTHI SRI" userId="a8a9343bd9d4fbec" providerId="LiveId" clId="{EB6DB6A6-3089-4F87-AC40-4A040A1F14AC}" dt="2026-10-25T17:20:45.048" v="4876" actId="14100"/>
          <ac:spMkLst>
            <pc:docMk/>
            <pc:sldMk cId="1564766676" sldId="294"/>
            <ac:spMk id="7" creationId="{CDB6D2B2-E5FC-8A74-BE88-9034017C98A7}"/>
          </ac:spMkLst>
        </pc:spChg>
      </pc:sldChg>
      <pc:sldChg chg="addSp delSp modSp new mod">
        <pc:chgData name="KEERTHI SRI" userId="a8a9343bd9d4fbec" providerId="LiveId" clId="{EB6DB6A6-3089-4F87-AC40-4A040A1F14AC}" dt="2026-10-25T17:24:27.458" v="4961"/>
        <pc:sldMkLst>
          <pc:docMk/>
          <pc:sldMk cId="2848194775" sldId="295"/>
        </pc:sldMkLst>
        <pc:spChg chg="add mod">
          <ac:chgData name="KEERTHI SRI" userId="a8a9343bd9d4fbec" providerId="LiveId" clId="{EB6DB6A6-3089-4F87-AC40-4A040A1F14AC}" dt="2026-10-25T17:22:16.999" v="4922" actId="14100"/>
          <ac:spMkLst>
            <pc:docMk/>
            <pc:sldMk cId="2848194775" sldId="295"/>
            <ac:spMk id="2" creationId="{37D56FA7-BCD0-A79A-1C08-6B0E6F89BF0A}"/>
          </ac:spMkLst>
        </pc:spChg>
        <pc:spChg chg="add mod">
          <ac:chgData name="KEERTHI SRI" userId="a8a9343bd9d4fbec" providerId="LiveId" clId="{EB6DB6A6-3089-4F87-AC40-4A040A1F14AC}" dt="2026-10-25T17:23:35.066" v="4943" actId="14100"/>
          <ac:spMkLst>
            <pc:docMk/>
            <pc:sldMk cId="2848194775" sldId="295"/>
            <ac:spMk id="4" creationId="{5AD4FE97-FFC4-3EB2-4C64-F02C4C383E5D}"/>
          </ac:spMkLst>
        </pc:spChg>
        <pc:spChg chg="add mod">
          <ac:chgData name="KEERTHI SRI" userId="a8a9343bd9d4fbec" providerId="LiveId" clId="{EB6DB6A6-3089-4F87-AC40-4A040A1F14AC}" dt="2026-10-25T17:23:30.804" v="4942" actId="255"/>
          <ac:spMkLst>
            <pc:docMk/>
            <pc:sldMk cId="2848194775" sldId="295"/>
            <ac:spMk id="5" creationId="{9A705462-4BC6-B306-5C09-6AE4501603AE}"/>
          </ac:spMkLst>
        </pc:spChg>
        <pc:spChg chg="add mod">
          <ac:chgData name="KEERTHI SRI" userId="a8a9343bd9d4fbec" providerId="LiveId" clId="{EB6DB6A6-3089-4F87-AC40-4A040A1F14AC}" dt="2026-10-25T17:23:55.290" v="4958" actId="14100"/>
          <ac:spMkLst>
            <pc:docMk/>
            <pc:sldMk cId="2848194775" sldId="295"/>
            <ac:spMk id="6" creationId="{BE83D4D4-23C2-D670-4FFA-617CEE8A1818}"/>
          </ac:spMkLst>
        </pc:spChg>
        <pc:spChg chg="add mod">
          <ac:chgData name="KEERTHI SRI" userId="a8a9343bd9d4fbec" providerId="LiveId" clId="{EB6DB6A6-3089-4F87-AC40-4A040A1F14AC}" dt="2026-10-25T17:24:27.458" v="4961"/>
          <ac:spMkLst>
            <pc:docMk/>
            <pc:sldMk cId="2848194775" sldId="295"/>
            <ac:spMk id="7" creationId="{E07F69C7-BC75-0549-B405-0BF420487D79}"/>
          </ac:spMkLst>
        </pc:spChg>
      </pc:sldChg>
      <pc:sldChg chg="addSp modSp new mod">
        <pc:chgData name="KEERTHI SRI" userId="a8a9343bd9d4fbec" providerId="LiveId" clId="{EB6DB6A6-3089-4F87-AC40-4A040A1F14AC}" dt="2026-10-25T17:27:05.597" v="5041"/>
        <pc:sldMkLst>
          <pc:docMk/>
          <pc:sldMk cId="3799484001" sldId="296"/>
        </pc:sldMkLst>
        <pc:spChg chg="add mod">
          <ac:chgData name="KEERTHI SRI" userId="a8a9343bd9d4fbec" providerId="LiveId" clId="{EB6DB6A6-3089-4F87-AC40-4A040A1F14AC}" dt="2026-10-25T17:25:01.262" v="5005" actId="255"/>
          <ac:spMkLst>
            <pc:docMk/>
            <pc:sldMk cId="3799484001" sldId="296"/>
            <ac:spMk id="2" creationId="{0C00E591-129B-CA74-96B1-31F6D8AD5BED}"/>
          </ac:spMkLst>
        </pc:spChg>
        <pc:spChg chg="add mod">
          <ac:chgData name="KEERTHI SRI" userId="a8a9343bd9d4fbec" providerId="LiveId" clId="{EB6DB6A6-3089-4F87-AC40-4A040A1F14AC}" dt="2026-10-25T17:25:18.493" v="5019" actId="14100"/>
          <ac:spMkLst>
            <pc:docMk/>
            <pc:sldMk cId="3799484001" sldId="296"/>
            <ac:spMk id="3" creationId="{3A8F52CA-3A66-B8FD-7E44-233AF691E72B}"/>
          </ac:spMkLst>
        </pc:spChg>
        <pc:spChg chg="add mod">
          <ac:chgData name="KEERTHI SRI" userId="a8a9343bd9d4fbec" providerId="LiveId" clId="{EB6DB6A6-3089-4F87-AC40-4A040A1F14AC}" dt="2026-10-25T17:25:53.174" v="5023"/>
          <ac:spMkLst>
            <pc:docMk/>
            <pc:sldMk cId="3799484001" sldId="296"/>
            <ac:spMk id="4" creationId="{6DB92061-19AE-FD31-C2C6-70ADDA50AA3B}"/>
          </ac:spMkLst>
        </pc:spChg>
        <pc:spChg chg="add mod">
          <ac:chgData name="KEERTHI SRI" userId="a8a9343bd9d4fbec" providerId="LiveId" clId="{EB6DB6A6-3089-4F87-AC40-4A040A1F14AC}" dt="2026-10-25T17:26:13.388" v="5038" actId="14100"/>
          <ac:spMkLst>
            <pc:docMk/>
            <pc:sldMk cId="3799484001" sldId="296"/>
            <ac:spMk id="5" creationId="{552A838D-2439-C1EF-436D-50C1136CE088}"/>
          </ac:spMkLst>
        </pc:spChg>
        <pc:spChg chg="add mod">
          <ac:chgData name="KEERTHI SRI" userId="a8a9343bd9d4fbec" providerId="LiveId" clId="{EB6DB6A6-3089-4F87-AC40-4A040A1F14AC}" dt="2026-10-25T17:27:05.597" v="5041"/>
          <ac:spMkLst>
            <pc:docMk/>
            <pc:sldMk cId="3799484001" sldId="296"/>
            <ac:spMk id="6" creationId="{9EA6234A-4DBC-45D4-A638-E4A73DA96939}"/>
          </ac:spMkLst>
        </pc:spChg>
      </pc:sldChg>
      <pc:sldChg chg="addSp delSp modSp new mod">
        <pc:chgData name="KEERTHI SRI" userId="a8a9343bd9d4fbec" providerId="LiveId" clId="{EB6DB6A6-3089-4F87-AC40-4A040A1F14AC}" dt="2026-10-25T17:29:22.512" v="5131"/>
        <pc:sldMkLst>
          <pc:docMk/>
          <pc:sldMk cId="1039798175" sldId="297"/>
        </pc:sldMkLst>
        <pc:spChg chg="add mod">
          <ac:chgData name="KEERTHI SRI" userId="a8a9343bd9d4fbec" providerId="LiveId" clId="{EB6DB6A6-3089-4F87-AC40-4A040A1F14AC}" dt="2026-10-25T17:27:46.062" v="5081" actId="255"/>
          <ac:spMkLst>
            <pc:docMk/>
            <pc:sldMk cId="1039798175" sldId="297"/>
            <ac:spMk id="2" creationId="{74642BD7-6E4F-3C92-8877-271236AA8EB9}"/>
          </ac:spMkLst>
        </pc:spChg>
        <pc:spChg chg="add mod">
          <ac:chgData name="KEERTHI SRI" userId="a8a9343bd9d4fbec" providerId="LiveId" clId="{EB6DB6A6-3089-4F87-AC40-4A040A1F14AC}" dt="2026-10-25T17:28:16.909" v="5120" actId="14100"/>
          <ac:spMkLst>
            <pc:docMk/>
            <pc:sldMk cId="1039798175" sldId="297"/>
            <ac:spMk id="3" creationId="{4FDA9A8A-1AC5-9EC8-B3F9-787328D83E74}"/>
          </ac:spMkLst>
        </pc:spChg>
        <pc:graphicFrameChg chg="add mod modGraphic">
          <ac:chgData name="KEERTHI SRI" userId="a8a9343bd9d4fbec" providerId="LiveId" clId="{EB6DB6A6-3089-4F87-AC40-4A040A1F14AC}" dt="2026-10-25T17:29:21.367" v="5129" actId="14100"/>
          <ac:graphicFrameMkLst>
            <pc:docMk/>
            <pc:sldMk cId="1039798175" sldId="297"/>
            <ac:graphicFrameMk id="5" creationId="{EE4DEEF8-75B6-924D-E742-6155E593A87A}"/>
          </ac:graphicFrameMkLst>
        </pc:graphicFrameChg>
      </pc:sldChg>
      <pc:sldChg chg="addSp delSp modSp new mod">
        <pc:chgData name="KEERTHI SRI" userId="a8a9343bd9d4fbec" providerId="LiveId" clId="{EB6DB6A6-3089-4F87-AC40-4A040A1F14AC}" dt="2026-10-25T17:32:59.972" v="5190" actId="14100"/>
        <pc:sldMkLst>
          <pc:docMk/>
          <pc:sldMk cId="2031582147" sldId="298"/>
        </pc:sldMkLst>
        <pc:spChg chg="add mod">
          <ac:chgData name="KEERTHI SRI" userId="a8a9343bd9d4fbec" providerId="LiveId" clId="{EB6DB6A6-3089-4F87-AC40-4A040A1F14AC}" dt="2026-10-25T17:29:59.648" v="5153" actId="255"/>
          <ac:spMkLst>
            <pc:docMk/>
            <pc:sldMk cId="2031582147" sldId="298"/>
            <ac:spMk id="2" creationId="{6807CC8B-A1A5-C18B-DEFF-69FB4181354E}"/>
          </ac:spMkLst>
        </pc:spChg>
        <pc:spChg chg="add mod">
          <ac:chgData name="KEERTHI SRI" userId="a8a9343bd9d4fbec" providerId="LiveId" clId="{EB6DB6A6-3089-4F87-AC40-4A040A1F14AC}" dt="2026-10-25T17:32:15.384" v="5185" actId="1076"/>
          <ac:spMkLst>
            <pc:docMk/>
            <pc:sldMk cId="2031582147" sldId="298"/>
            <ac:spMk id="7" creationId="{4AF82104-300C-9642-3C5E-E6BB85E50A2E}"/>
          </ac:spMkLst>
        </pc:spChg>
        <pc:spChg chg="add mod">
          <ac:chgData name="KEERTHI SRI" userId="a8a9343bd9d4fbec" providerId="LiveId" clId="{EB6DB6A6-3089-4F87-AC40-4A040A1F14AC}" dt="2026-10-25T17:32:59.972" v="5190" actId="14100"/>
          <ac:spMkLst>
            <pc:docMk/>
            <pc:sldMk cId="2031582147" sldId="298"/>
            <ac:spMk id="8" creationId="{6C0CD94E-3C22-C9B3-668A-63FD929932DB}"/>
          </ac:spMkLst>
        </pc:spChg>
        <pc:picChg chg="add mod modCrop">
          <ac:chgData name="KEERTHI SRI" userId="a8a9343bd9d4fbec" providerId="LiveId" clId="{EB6DB6A6-3089-4F87-AC40-4A040A1F14AC}" dt="2026-10-25T17:31:57.507" v="5171" actId="14100"/>
          <ac:picMkLst>
            <pc:docMk/>
            <pc:sldMk cId="2031582147" sldId="298"/>
            <ac:picMk id="6" creationId="{4908488C-4877-D332-73BE-04546647BF48}"/>
          </ac:picMkLst>
        </pc:picChg>
      </pc:sldChg>
      <pc:sldChg chg="addSp modSp new mod">
        <pc:chgData name="KEERTHI SRI" userId="a8a9343bd9d4fbec" providerId="LiveId" clId="{EB6DB6A6-3089-4F87-AC40-4A040A1F14AC}" dt="2026-10-25T17:39:41.553" v="5258" actId="14100"/>
        <pc:sldMkLst>
          <pc:docMk/>
          <pc:sldMk cId="1965041007" sldId="299"/>
        </pc:sldMkLst>
        <pc:spChg chg="add mod">
          <ac:chgData name="KEERTHI SRI" userId="a8a9343bd9d4fbec" providerId="LiveId" clId="{EB6DB6A6-3089-4F87-AC40-4A040A1F14AC}" dt="2026-10-25T17:37:30.947" v="5218" actId="255"/>
          <ac:spMkLst>
            <pc:docMk/>
            <pc:sldMk cId="1965041007" sldId="299"/>
            <ac:spMk id="2" creationId="{E15B1252-AE6B-4110-AD45-C45C2DC08FF7}"/>
          </ac:spMkLst>
        </pc:spChg>
        <pc:spChg chg="add mod">
          <ac:chgData name="KEERTHI SRI" userId="a8a9343bd9d4fbec" providerId="LiveId" clId="{EB6DB6A6-3089-4F87-AC40-4A040A1F14AC}" dt="2026-10-25T17:38:00.406" v="5234" actId="14100"/>
          <ac:spMkLst>
            <pc:docMk/>
            <pc:sldMk cId="1965041007" sldId="299"/>
            <ac:spMk id="3" creationId="{19B07290-4E50-742D-B0EE-E90EEC062C8E}"/>
          </ac:spMkLst>
        </pc:spChg>
        <pc:spChg chg="add mod">
          <ac:chgData name="KEERTHI SRI" userId="a8a9343bd9d4fbec" providerId="LiveId" clId="{EB6DB6A6-3089-4F87-AC40-4A040A1F14AC}" dt="2026-10-25T17:38:48.338" v="5238" actId="14100"/>
          <ac:spMkLst>
            <pc:docMk/>
            <pc:sldMk cId="1965041007" sldId="299"/>
            <ac:spMk id="4" creationId="{60B3F408-1752-9879-75E3-17347FD3CC6E}"/>
          </ac:spMkLst>
        </pc:spChg>
        <pc:spChg chg="add mod">
          <ac:chgData name="KEERTHI SRI" userId="a8a9343bd9d4fbec" providerId="LiveId" clId="{EB6DB6A6-3089-4F87-AC40-4A040A1F14AC}" dt="2026-10-25T17:39:05.942" v="5254" actId="207"/>
          <ac:spMkLst>
            <pc:docMk/>
            <pc:sldMk cId="1965041007" sldId="299"/>
            <ac:spMk id="5" creationId="{3D50F300-9B65-99E1-D42C-4C007B3EF01C}"/>
          </ac:spMkLst>
        </pc:spChg>
        <pc:spChg chg="add mod">
          <ac:chgData name="KEERTHI SRI" userId="a8a9343bd9d4fbec" providerId="LiveId" clId="{EB6DB6A6-3089-4F87-AC40-4A040A1F14AC}" dt="2026-10-25T17:39:41.553" v="5258" actId="14100"/>
          <ac:spMkLst>
            <pc:docMk/>
            <pc:sldMk cId="1965041007" sldId="299"/>
            <ac:spMk id="6" creationId="{B207902C-7F16-7C84-E0C5-367719AF08B7}"/>
          </ac:spMkLst>
        </pc:spChg>
      </pc:sldChg>
      <pc:sldChg chg="addSp modSp new mod">
        <pc:chgData name="KEERTHI SRI" userId="a8a9343bd9d4fbec" providerId="LiveId" clId="{EB6DB6A6-3089-4F87-AC40-4A040A1F14AC}" dt="2026-10-25T17:42:03.161" v="5336"/>
        <pc:sldMkLst>
          <pc:docMk/>
          <pc:sldMk cId="611332409" sldId="300"/>
        </pc:sldMkLst>
        <pc:spChg chg="add mod">
          <ac:chgData name="KEERTHI SRI" userId="a8a9343bd9d4fbec" providerId="LiveId" clId="{EB6DB6A6-3089-4F87-AC40-4A040A1F14AC}" dt="2026-10-25T17:40:14.464" v="5299" actId="255"/>
          <ac:spMkLst>
            <pc:docMk/>
            <pc:sldMk cId="611332409" sldId="300"/>
            <ac:spMk id="2" creationId="{7117DE1A-9B9E-5992-D36E-B6C76EA95DCD}"/>
          </ac:spMkLst>
        </pc:spChg>
        <pc:spChg chg="add mod">
          <ac:chgData name="KEERTHI SRI" userId="a8a9343bd9d4fbec" providerId="LiveId" clId="{EB6DB6A6-3089-4F87-AC40-4A040A1F14AC}" dt="2026-10-25T17:40:31.816" v="5314" actId="14100"/>
          <ac:spMkLst>
            <pc:docMk/>
            <pc:sldMk cId="611332409" sldId="300"/>
            <ac:spMk id="3" creationId="{B259F9B8-6A23-2EBB-53A7-FE12514587A4}"/>
          </ac:spMkLst>
        </pc:spChg>
        <pc:spChg chg="add mod">
          <ac:chgData name="KEERTHI SRI" userId="a8a9343bd9d4fbec" providerId="LiveId" clId="{EB6DB6A6-3089-4F87-AC40-4A040A1F14AC}" dt="2026-10-25T17:41:13.437" v="5320" actId="14100"/>
          <ac:spMkLst>
            <pc:docMk/>
            <pc:sldMk cId="611332409" sldId="300"/>
            <ac:spMk id="4" creationId="{0E87D3B9-558C-0793-4F20-01B0BCE09226}"/>
          </ac:spMkLst>
        </pc:spChg>
        <pc:spChg chg="add mod">
          <ac:chgData name="KEERTHI SRI" userId="a8a9343bd9d4fbec" providerId="LiveId" clId="{EB6DB6A6-3089-4F87-AC40-4A040A1F14AC}" dt="2026-10-25T17:41:29.998" v="5333" actId="14100"/>
          <ac:spMkLst>
            <pc:docMk/>
            <pc:sldMk cId="611332409" sldId="300"/>
            <ac:spMk id="5" creationId="{F7E67774-7E03-CEFE-9AD4-2BC5A0E8E818}"/>
          </ac:spMkLst>
        </pc:spChg>
        <pc:spChg chg="add mod">
          <ac:chgData name="KEERTHI SRI" userId="a8a9343bd9d4fbec" providerId="LiveId" clId="{EB6DB6A6-3089-4F87-AC40-4A040A1F14AC}" dt="2026-10-25T17:42:03.161" v="5336"/>
          <ac:spMkLst>
            <pc:docMk/>
            <pc:sldMk cId="611332409" sldId="300"/>
            <ac:spMk id="6" creationId="{53B14DE7-64D5-4535-F386-3988792BC607}"/>
          </ac:spMkLst>
        </pc:spChg>
      </pc:sldChg>
      <pc:sldChg chg="addSp delSp modSp new mod">
        <pc:chgData name="KEERTHI SRI" userId="a8a9343bd9d4fbec" providerId="LiveId" clId="{EB6DB6A6-3089-4F87-AC40-4A040A1F14AC}" dt="2026-10-25T17:44:18.358" v="5422"/>
        <pc:sldMkLst>
          <pc:docMk/>
          <pc:sldMk cId="3956869189" sldId="301"/>
        </pc:sldMkLst>
        <pc:spChg chg="add mod">
          <ac:chgData name="KEERTHI SRI" userId="a8a9343bd9d4fbec" providerId="LiveId" clId="{EB6DB6A6-3089-4F87-AC40-4A040A1F14AC}" dt="2026-10-25T17:42:43.930" v="5383" actId="255"/>
          <ac:spMkLst>
            <pc:docMk/>
            <pc:sldMk cId="3956869189" sldId="301"/>
            <ac:spMk id="3" creationId="{5BD65950-928A-469B-6083-93E4373372A7}"/>
          </ac:spMkLst>
        </pc:spChg>
        <pc:spChg chg="add mod">
          <ac:chgData name="KEERTHI SRI" userId="a8a9343bd9d4fbec" providerId="LiveId" clId="{EB6DB6A6-3089-4F87-AC40-4A040A1F14AC}" dt="2026-10-25T17:42:56.054" v="5396" actId="255"/>
          <ac:spMkLst>
            <pc:docMk/>
            <pc:sldMk cId="3956869189" sldId="301"/>
            <ac:spMk id="4" creationId="{DACD47F9-317D-571B-F4D3-1BB965862229}"/>
          </ac:spMkLst>
        </pc:spChg>
        <pc:spChg chg="add mod">
          <ac:chgData name="KEERTHI SRI" userId="a8a9343bd9d4fbec" providerId="LiveId" clId="{EB6DB6A6-3089-4F87-AC40-4A040A1F14AC}" dt="2026-10-25T17:43:21.825" v="5399"/>
          <ac:spMkLst>
            <pc:docMk/>
            <pc:sldMk cId="3956869189" sldId="301"/>
            <ac:spMk id="5" creationId="{FD4B736F-0D29-7559-337F-AFD13BC1A277}"/>
          </ac:spMkLst>
        </pc:spChg>
        <pc:spChg chg="add mod">
          <ac:chgData name="KEERTHI SRI" userId="a8a9343bd9d4fbec" providerId="LiveId" clId="{EB6DB6A6-3089-4F87-AC40-4A040A1F14AC}" dt="2026-10-25T17:43:37.946" v="5419" actId="255"/>
          <ac:spMkLst>
            <pc:docMk/>
            <pc:sldMk cId="3956869189" sldId="301"/>
            <ac:spMk id="6" creationId="{5F967BD7-CBA6-C8E3-116B-49909689B669}"/>
          </ac:spMkLst>
        </pc:spChg>
        <pc:spChg chg="add mod">
          <ac:chgData name="KEERTHI SRI" userId="a8a9343bd9d4fbec" providerId="LiveId" clId="{EB6DB6A6-3089-4F87-AC40-4A040A1F14AC}" dt="2026-10-25T17:44:18.358" v="5422"/>
          <ac:spMkLst>
            <pc:docMk/>
            <pc:sldMk cId="3956869189" sldId="301"/>
            <ac:spMk id="7" creationId="{65E463BB-C433-0073-ADA4-BD1EA501BF98}"/>
          </ac:spMkLst>
        </pc:spChg>
      </pc:sldChg>
      <pc:sldChg chg="addSp delSp modSp new mod">
        <pc:chgData name="KEERTHI SRI" userId="a8a9343bd9d4fbec" providerId="LiveId" clId="{EB6DB6A6-3089-4F87-AC40-4A040A1F14AC}" dt="2026-10-25T17:49:29.434" v="5574" actId="14100"/>
        <pc:sldMkLst>
          <pc:docMk/>
          <pc:sldMk cId="3071208177" sldId="302"/>
        </pc:sldMkLst>
        <pc:spChg chg="add mod">
          <ac:chgData name="KEERTHI SRI" userId="a8a9343bd9d4fbec" providerId="LiveId" clId="{EB6DB6A6-3089-4F87-AC40-4A040A1F14AC}" dt="2026-10-25T17:44:52.810" v="5474" actId="255"/>
          <ac:spMkLst>
            <pc:docMk/>
            <pc:sldMk cId="3071208177" sldId="302"/>
            <ac:spMk id="2" creationId="{5897C86D-0F31-AA86-5C4B-0303A681A91E}"/>
          </ac:spMkLst>
        </pc:spChg>
        <pc:spChg chg="add mod">
          <ac:chgData name="KEERTHI SRI" userId="a8a9343bd9d4fbec" providerId="LiveId" clId="{EB6DB6A6-3089-4F87-AC40-4A040A1F14AC}" dt="2026-10-25T17:46:44.666" v="5521" actId="14100"/>
          <ac:spMkLst>
            <pc:docMk/>
            <pc:sldMk cId="3071208177" sldId="302"/>
            <ac:spMk id="3" creationId="{BC60CDAD-66F4-3B7E-3771-979A56867CAA}"/>
          </ac:spMkLst>
        </pc:spChg>
        <pc:spChg chg="add mod">
          <ac:chgData name="KEERTHI SRI" userId="a8a9343bd9d4fbec" providerId="LiveId" clId="{EB6DB6A6-3089-4F87-AC40-4A040A1F14AC}" dt="2026-10-25T17:47:00.003" v="5543" actId="255"/>
          <ac:spMkLst>
            <pc:docMk/>
            <pc:sldMk cId="3071208177" sldId="302"/>
            <ac:spMk id="6" creationId="{F2628F14-EB02-41DE-2318-E3F9BC443FA0}"/>
          </ac:spMkLst>
        </pc:spChg>
        <pc:spChg chg="add mod">
          <ac:chgData name="KEERTHI SRI" userId="a8a9343bd9d4fbec" providerId="LiveId" clId="{EB6DB6A6-3089-4F87-AC40-4A040A1F14AC}" dt="2026-10-25T17:48:52.534" v="5569" actId="14100"/>
          <ac:spMkLst>
            <pc:docMk/>
            <pc:sldMk cId="3071208177" sldId="302"/>
            <ac:spMk id="11" creationId="{D3497FB3-BC15-C0E6-E392-70FC630E66A3}"/>
          </ac:spMkLst>
        </pc:spChg>
        <pc:spChg chg="add mod">
          <ac:chgData name="KEERTHI SRI" userId="a8a9343bd9d4fbec" providerId="LiveId" clId="{EB6DB6A6-3089-4F87-AC40-4A040A1F14AC}" dt="2026-10-25T17:49:29.434" v="5574" actId="14100"/>
          <ac:spMkLst>
            <pc:docMk/>
            <pc:sldMk cId="3071208177" sldId="302"/>
            <ac:spMk id="12" creationId="{A641AF1B-C61F-47EA-2BA3-1B6C7DFCD0D1}"/>
          </ac:spMkLst>
        </pc:spChg>
        <pc:graphicFrameChg chg="add mod modGraphic">
          <ac:chgData name="KEERTHI SRI" userId="a8a9343bd9d4fbec" providerId="LiveId" clId="{EB6DB6A6-3089-4F87-AC40-4A040A1F14AC}" dt="2026-10-25T17:46:33.692" v="5518" actId="14100"/>
          <ac:graphicFrameMkLst>
            <pc:docMk/>
            <pc:sldMk cId="3071208177" sldId="302"/>
            <ac:graphicFrameMk id="5" creationId="{86A212C9-D52E-8D0C-EED9-4C20ACAC99D8}"/>
          </ac:graphicFrameMkLst>
        </pc:graphicFrameChg>
        <pc:picChg chg="add mod modCrop">
          <ac:chgData name="KEERTHI SRI" userId="a8a9343bd9d4fbec" providerId="LiveId" clId="{EB6DB6A6-3089-4F87-AC40-4A040A1F14AC}" dt="2026-10-25T17:48:34.435" v="5555" actId="732"/>
          <ac:picMkLst>
            <pc:docMk/>
            <pc:sldMk cId="3071208177" sldId="302"/>
            <ac:picMk id="10" creationId="{89208713-D6B0-6808-5ECE-C1213747AB74}"/>
          </ac:picMkLst>
        </pc:picChg>
      </pc:sldChg>
      <pc:sldChg chg="modSp new mod">
        <pc:chgData name="KEERTHI SRI" userId="a8a9343bd9d4fbec" providerId="LiveId" clId="{EB6DB6A6-3089-4F87-AC40-4A040A1F14AC}" dt="2026-10-28T16:38:07.858" v="5619"/>
        <pc:sldMkLst>
          <pc:docMk/>
          <pc:sldMk cId="3976938234" sldId="303"/>
        </pc:sldMkLst>
        <pc:spChg chg="mod">
          <ac:chgData name="KEERTHI SRI" userId="a8a9343bd9d4fbec" providerId="LiveId" clId="{EB6DB6A6-3089-4F87-AC40-4A040A1F14AC}" dt="2026-10-28T16:37:22.108" v="5614" actId="14100"/>
          <ac:spMkLst>
            <pc:docMk/>
            <pc:sldMk cId="3976938234" sldId="303"/>
            <ac:spMk id="2" creationId="{E5E8845C-80D3-DD4E-04C6-8C8266A1EF38}"/>
          </ac:spMkLst>
        </pc:spChg>
        <pc:spChg chg="mod">
          <ac:chgData name="KEERTHI SRI" userId="a8a9343bd9d4fbec" providerId="LiveId" clId="{EB6DB6A6-3089-4F87-AC40-4A040A1F14AC}" dt="2026-10-28T16:38:07.858" v="5619"/>
          <ac:spMkLst>
            <pc:docMk/>
            <pc:sldMk cId="3976938234" sldId="303"/>
            <ac:spMk id="3" creationId="{29612F96-4437-7C0E-758B-5820984F0E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FE84A-8EDB-4B17-938D-45F539A735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FEFAA-432A-4C6D-9C58-79B7DF5BB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33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FEFAA-432A-4C6D-9C58-79B7DF5BB77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564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FEFAA-432A-4C6D-9C58-79B7DF5BB77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33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FEFAA-432A-4C6D-9C58-79B7DF5BB77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17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FEFAA-432A-4C6D-9C58-79B7DF5BB77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62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309A-E326-D650-7FAB-B38C3A039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F4E50-D84E-DDC8-C5BE-DC0D8D53A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8037C-293B-4235-019C-DD1745F9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ACA5E-37BE-BB67-853D-D51546AC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1A294-1F0F-A29A-C511-43A5471E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5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E801-A298-8B3B-2F0E-30150A34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7E147-0BAD-27CF-E122-6F74FD23C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61166-1111-B8C8-7C84-441DFAA3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06EA2-AAA2-131E-A3D7-A28710DD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E94EB-CE60-C8A6-1420-D9A9C43C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3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85B6-C66C-AC5C-EE19-1188E4F3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BDABE-A2D1-DBF6-698E-8C621497B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DBF31-40F4-0108-C717-D8661919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AEB77-2216-1BE1-7258-2024652B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9D32-C385-8C82-43B1-2D1B6D03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07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1E11-D327-49DC-7E1B-072BDD4A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DE98-CD39-476A-4BD8-CB3E12EBC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B848E-D9D8-58D2-93C1-5FC64E5D6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60D32-9A52-9AF5-4AB0-2C100C93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20A62-AE87-813B-A6C4-7AE72F20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0B946-E262-9CF3-4E37-451C4E3A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0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48C0-621E-9D95-C89A-9938A91D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5F89C-3B8A-294D-5DC4-C85541B4B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7A77E-C6B5-6D80-B50F-AEF4A300A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0DB49-8785-DCA1-D979-C6BC4899D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3007D-50E7-2F3D-615B-1F7721808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EFD7DC-7453-51F5-0DC6-60A831CC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3FA39-7BAE-6A15-2342-F89C0C36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0772C-A3A4-CDF0-1B5A-511BA018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8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F00E-3695-29BB-3B45-935057EF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E7FCD-60D1-B287-B159-586FCAD2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18F72-D227-AE14-B8FD-516235A0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2DAF8-65C2-0A43-DB9D-D3456A12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46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A001C-DAC3-6397-C7CC-3E4E8E8F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5BEAC-023C-74F0-6E65-AC20BA38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CEFD7-218A-9245-4D9A-30645BA0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E1E6-5519-85AA-5AA3-6E814B07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8844-CDD4-7C09-B39F-B72E3ACA8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ECB28-6D8A-E275-2D92-BE82D6307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69794-F6E5-FC8C-A859-1343F14F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CF1CD-24F3-9E23-AB3D-FA89454C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4D760-7818-9F04-17CC-E3CA360D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76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3778-44CD-C231-C8E4-267ED562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1C5FC-567D-94E2-3F99-1309FBDFC6A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62E3-A2CF-B5AF-0EFE-281331030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C4BC-67DC-8E0E-9E1B-1CB888F8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2E1E5-26EE-61CB-EFCF-E7092EB1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BA151-CEBA-E729-BAEE-3F101945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2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04E7-343D-CDC0-2A49-B5A6EFC8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E9D95-130D-4810-AF2B-9817628BB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60C5-2BF7-FFD8-6845-BB9AA8B3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A5AB4-F3E9-2A08-01BF-C8597DC2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AECA-ABDA-A064-13AC-06147B28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6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F217B3-E3D1-49BF-2E5E-54BE13D89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CED4D-A30F-A718-85F7-866C1F17A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D143F-2790-2A22-CE6B-FA31E35F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B266F-9A84-7B1C-37BD-59E934CB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0E281-F8A8-BD54-7AFA-0A7A4715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67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2C039-BEA6-E8A9-4B68-9ED037C8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87D60-F288-05AE-3ECE-26B72040C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C6B2C-7134-E8D8-43DF-749923F87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9EC59-4740-457B-8B47-2CD78B4C2F6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65DB-D7B4-674A-32EA-977A8A148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8A38F-0ECF-BFED-7820-0E2DD8A53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998F0-ABB5-40F8-A16E-AA578717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70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0BB4-1D19-83FE-71B0-A68C9DA9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PROGRAMMING </a:t>
            </a:r>
            <a:br>
              <a:rPr lang="en-IN" dirty="0"/>
            </a:br>
            <a:r>
              <a:rPr lang="en-IN" dirty="0"/>
              <a:t>10 CASE STUDIES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7E80F-5014-5803-6D7E-B10F829AB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A Structured lab record with algorithm, flowchart, pseudocode, source code and test cases</a:t>
            </a:r>
          </a:p>
          <a:p>
            <a:pPr mar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-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Name: T. Keerthi Sri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Roll No: 16000138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Section: CSE-2</a:t>
            </a:r>
          </a:p>
          <a:p>
            <a:pPr marL="0" indent="0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35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845C-80D3-DD4E-04C6-8C8266A1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3" y="-152400"/>
            <a:ext cx="10600267" cy="1286934"/>
          </a:xfrm>
        </p:spPr>
        <p:txBody>
          <a:bodyPr/>
          <a:lstStyle/>
          <a:p>
            <a:r>
              <a:rPr lang="en-IN" dirty="0"/>
              <a:t>10 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12F96-4437-7C0E-758B-5820984F0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33" y="1016000"/>
            <a:ext cx="10600267" cy="5160963"/>
          </a:xfrm>
        </p:spPr>
        <p:txBody>
          <a:bodyPr/>
          <a:lstStyle/>
          <a:p>
            <a:r>
              <a:rPr lang="en-IN" dirty="0"/>
              <a:t>Progressive Electricity Billing</a:t>
            </a:r>
          </a:p>
          <a:p>
            <a:r>
              <a:rPr lang="en-US" dirty="0"/>
              <a:t>Hospital Billing and Patient Classification</a:t>
            </a:r>
          </a:p>
          <a:p>
            <a:r>
              <a:rPr lang="en-US" dirty="0"/>
              <a:t>Employee Payroll and Deduction Analysis</a:t>
            </a:r>
          </a:p>
          <a:p>
            <a:r>
              <a:rPr lang="en-IN" dirty="0"/>
              <a:t>Multi-Plan Telecommunications Cost Optimization</a:t>
            </a:r>
          </a:p>
          <a:p>
            <a:r>
              <a:rPr lang="en-US" dirty="0"/>
              <a:t>Railway Fare and Reservation Calculator</a:t>
            </a:r>
          </a:p>
          <a:p>
            <a:r>
              <a:rPr lang="en-US" dirty="0"/>
              <a:t>Retail Billing with Multiple Discount Rules</a:t>
            </a:r>
          </a:p>
          <a:p>
            <a:r>
              <a:rPr lang="en-US" dirty="0"/>
              <a:t>Manufacturing Cost and Profitability Analysis</a:t>
            </a:r>
          </a:p>
          <a:p>
            <a:r>
              <a:rPr lang="en-IN" dirty="0"/>
              <a:t>Multi-Currency Travel Budget Analysis</a:t>
            </a:r>
          </a:p>
          <a:p>
            <a:r>
              <a:rPr lang="en-IN" dirty="0"/>
              <a:t>Campus Event Financial Planning</a:t>
            </a:r>
          </a:p>
          <a:p>
            <a:r>
              <a:rPr lang="en-US" dirty="0"/>
              <a:t>Examination Result and Grace-Mark Validation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93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182E3-0F3A-81C5-3362-E4F93AAF75F3}"/>
              </a:ext>
            </a:extLst>
          </p:cNvPr>
          <p:cNvSpPr txBox="1"/>
          <p:nvPr/>
        </p:nvSpPr>
        <p:spPr>
          <a:xfrm>
            <a:off x="338666" y="491066"/>
            <a:ext cx="7027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01 - Progressive Electricity Billing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421B0-0B05-B1F1-ACAC-1629700D6B56}"/>
              </a:ext>
            </a:extLst>
          </p:cNvPr>
          <p:cNvSpPr txBox="1"/>
          <p:nvPr/>
        </p:nvSpPr>
        <p:spPr>
          <a:xfrm>
            <a:off x="524933" y="1777030"/>
            <a:ext cx="3395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A83F0-74B0-6B82-AA48-43123C1AF8FA}"/>
              </a:ext>
            </a:extLst>
          </p:cNvPr>
          <p:cNvSpPr txBox="1"/>
          <p:nvPr/>
        </p:nvSpPr>
        <p:spPr>
          <a:xfrm>
            <a:off x="338666" y="2396067"/>
            <a:ext cx="4555067" cy="313932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Calculate Slab Rates:</a:t>
            </a:r>
            <a:r>
              <a:rPr lang="en-IN" dirty="0"/>
              <a:t> Learn how to calculate electricity bills using different usage ranges (slabs).</a:t>
            </a:r>
          </a:p>
          <a:p>
            <a:pPr lvl="0"/>
            <a:r>
              <a:rPr lang="en-IN" b="1" dirty="0"/>
              <a:t>Include Extra Charges:</a:t>
            </a:r>
            <a:r>
              <a:rPr lang="en-IN" dirty="0"/>
              <a:t> Add fixed monthly fees, taxes, and discounts correctly to get the final bill.</a:t>
            </a:r>
          </a:p>
          <a:p>
            <a:pPr lvl="0"/>
            <a:r>
              <a:rPr lang="en-IN" b="1" dirty="0"/>
              <a:t>Compare Monthly Bills:</a:t>
            </a:r>
            <a:r>
              <a:rPr lang="en-IN" dirty="0"/>
              <a:t> Look at bills over several months to spot changes in power use.</a:t>
            </a:r>
          </a:p>
          <a:p>
            <a:pPr lvl="0"/>
            <a:r>
              <a:rPr lang="en-IN" b="1" dirty="0"/>
              <a:t>Spot Sudden Spikes:</a:t>
            </a:r>
            <a:r>
              <a:rPr lang="en-IN" dirty="0"/>
              <a:t> Set up a rule to flag unusually high electricity bills automatically.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78A5E-C481-30EB-EFA1-80F09025530C}"/>
              </a:ext>
            </a:extLst>
          </p:cNvPr>
          <p:cNvSpPr txBox="1"/>
          <p:nvPr/>
        </p:nvSpPr>
        <p:spPr>
          <a:xfrm>
            <a:off x="6578600" y="1777030"/>
            <a:ext cx="316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E4AB27-2AD7-7FB1-53C3-62C91DCA4CDA}"/>
                  </a:ext>
                </a:extLst>
              </p:cNvPr>
              <p:cNvSpPr txBox="1"/>
              <p:nvPr/>
            </p:nvSpPr>
            <p:spPr>
              <a:xfrm>
                <a:off x="6578600" y="2423362"/>
                <a:ext cx="5274734" cy="34163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Correct Readings:</a:t>
                </a:r>
                <a:r>
                  <a:rPr lang="en-IN" dirty="0"/>
                  <a:t> Meter readings are accurate, taken once a month, and measured in units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kWh</m:t>
                    </m:r>
                  </m:oMath>
                </a14:m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Fixed Rates:</a:t>
                </a:r>
                <a:r>
                  <a:rPr lang="en-IN" dirty="0"/>
                  <a:t> Slab rates, taxes, and fees stay the same every month.</a:t>
                </a:r>
              </a:p>
              <a:p>
                <a:pPr lvl="0"/>
                <a:r>
                  <a:rPr lang="en-IN" b="1" dirty="0"/>
                  <a:t>Step-by-Step Billing:</a:t>
                </a:r>
                <a:r>
                  <a:rPr lang="en-IN" dirty="0"/>
                  <a:t> Lower, cheaper slabs get used up first before moving to higher, pricier slabs.</a:t>
                </a:r>
              </a:p>
              <a:p>
                <a:pPr lvl="0"/>
                <a:r>
                  <a:rPr lang="en-IN" b="1" dirty="0"/>
                  <a:t>Simple Spike Rule:</a:t>
                </a:r>
                <a:r>
                  <a:rPr lang="en-IN" dirty="0"/>
                  <a:t> Any bill that jumps by more than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n-IN" dirty="0"/>
                  <a:t>compared to the previous month is flagged as an unusual increase.</a:t>
                </a:r>
              </a:p>
              <a:p>
                <a:pPr lvl="0"/>
                <a:r>
                  <a:rPr lang="en-IN" b="1" dirty="0"/>
                  <a:t>No Pending Dues:</a:t>
                </a:r>
                <a:r>
                  <a:rPr lang="en-IN" dirty="0"/>
                  <a:t> Bills are paid on time every month, so there are no extra late fees or old balances.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E4AB27-2AD7-7FB1-53C3-62C91DCA4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0" y="2423362"/>
                <a:ext cx="5274734" cy="3416320"/>
              </a:xfrm>
              <a:prstGeom prst="rect">
                <a:avLst/>
              </a:prstGeom>
              <a:blipFill>
                <a:blip r:embed="rId2"/>
                <a:stretch>
                  <a:fillRect l="-925" t="-893" b="-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2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8A0A7-47F7-B612-8047-23262B608A2E}"/>
              </a:ext>
            </a:extLst>
          </p:cNvPr>
          <p:cNvSpPr txBox="1"/>
          <p:nvPr/>
        </p:nvSpPr>
        <p:spPr>
          <a:xfrm>
            <a:off x="245533" y="254000"/>
            <a:ext cx="429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Case Study 01- Algorithms &amp; Flowcharts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62FDE-8F4B-A776-32B2-4293E39B7343}"/>
              </a:ext>
            </a:extLst>
          </p:cNvPr>
          <p:cNvSpPr txBox="1"/>
          <p:nvPr/>
        </p:nvSpPr>
        <p:spPr>
          <a:xfrm>
            <a:off x="448734" y="550333"/>
            <a:ext cx="237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E3233-25DF-81E3-DFA0-984737C3EBA0}"/>
              </a:ext>
            </a:extLst>
          </p:cNvPr>
          <p:cNvSpPr txBox="1"/>
          <p:nvPr/>
        </p:nvSpPr>
        <p:spPr>
          <a:xfrm>
            <a:off x="385234" y="1001635"/>
            <a:ext cx="4631266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IN" dirty="0"/>
              <a:t>.Start </a:t>
            </a:r>
          </a:p>
          <a:p>
            <a:pPr lvl="0"/>
            <a:r>
              <a:rPr lang="en-IN" dirty="0"/>
              <a:t>.Read monthly units for multiple months </a:t>
            </a:r>
          </a:p>
          <a:p>
            <a:pPr lvl="0"/>
            <a:r>
              <a:rPr lang="en-IN" dirty="0"/>
              <a:t>.Calculate slab-based energy charges and add fixed charges </a:t>
            </a:r>
          </a:p>
          <a:p>
            <a:pPr lvl="0"/>
            <a:r>
              <a:rPr lang="en-IN" dirty="0"/>
              <a:t>.Compare bills across months to detect unusual spikes </a:t>
            </a:r>
          </a:p>
          <a:p>
            <a:pPr lvl="0"/>
            <a:r>
              <a:rPr lang="en-IN" dirty="0"/>
              <a:t>.Display monthly bills, comparisons, and stop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6CE00-D043-7D9B-1F7B-3650731166A4}"/>
              </a:ext>
            </a:extLst>
          </p:cNvPr>
          <p:cNvSpPr txBox="1"/>
          <p:nvPr/>
        </p:nvSpPr>
        <p:spPr>
          <a:xfrm>
            <a:off x="5757333" y="550333"/>
            <a:ext cx="4148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FD1D0-7BD9-3986-809F-A47F092AD1FA}"/>
              </a:ext>
            </a:extLst>
          </p:cNvPr>
          <p:cNvSpPr txBox="1"/>
          <p:nvPr/>
        </p:nvSpPr>
        <p:spPr>
          <a:xfrm>
            <a:off x="5689601" y="1001635"/>
            <a:ext cx="6197600" cy="45243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( START )</a:t>
            </a:r>
          </a:p>
          <a:p>
            <a:r>
              <a:rPr lang="en-IN" dirty="0"/>
              <a:t>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[ Read Units ]</a:t>
            </a:r>
          </a:p>
          <a:p>
            <a:r>
              <a:rPr lang="en-IN" dirty="0"/>
              <a:t>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[ Calculate Bill ]</a:t>
            </a:r>
          </a:p>
          <a:p>
            <a:r>
              <a:rPr lang="en-IN" dirty="0"/>
              <a:t>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[ Compare &amp; Flag Spikes ]</a:t>
            </a:r>
          </a:p>
          <a:p>
            <a:r>
              <a:rPr lang="en-IN" dirty="0"/>
              <a:t>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[ Display Results ]</a:t>
            </a:r>
          </a:p>
          <a:p>
            <a:r>
              <a:rPr lang="en-IN" dirty="0"/>
              <a:t>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 ( STOP )</a:t>
            </a:r>
          </a:p>
        </p:txBody>
      </p:sp>
    </p:spTree>
    <p:extLst>
      <p:ext uri="{BB962C8B-B14F-4D97-AF65-F5344CB8AC3E}">
        <p14:creationId xmlns:p14="http://schemas.microsoft.com/office/powerpoint/2010/main" val="34543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5C45A-B3A0-6972-4F9C-E17364D1005F}"/>
              </a:ext>
            </a:extLst>
          </p:cNvPr>
          <p:cNvSpPr txBox="1"/>
          <p:nvPr/>
        </p:nvSpPr>
        <p:spPr>
          <a:xfrm>
            <a:off x="228599" y="150920"/>
            <a:ext cx="5090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Case Stuy 01 – Pseudocode &amp;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98359-568B-E07A-0428-27C47A180406}"/>
              </a:ext>
            </a:extLst>
          </p:cNvPr>
          <p:cNvSpPr txBox="1"/>
          <p:nvPr/>
        </p:nvSpPr>
        <p:spPr>
          <a:xfrm>
            <a:off x="448733" y="728132"/>
            <a:ext cx="276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D6791-5096-E4CF-7541-B23D85E5B18F}"/>
              </a:ext>
            </a:extLst>
          </p:cNvPr>
          <p:cNvSpPr txBox="1"/>
          <p:nvPr/>
        </p:nvSpPr>
        <p:spPr>
          <a:xfrm>
            <a:off x="550334" y="1185333"/>
            <a:ext cx="3505200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Read units, rates, fixed charges, previous bill</a:t>
            </a:r>
          </a:p>
          <a:p>
            <a:r>
              <a:rPr lang="en-US" dirty="0"/>
              <a:t>Calculate base bill using slabs</a:t>
            </a:r>
          </a:p>
          <a:p>
            <a:r>
              <a:rPr lang="en-US" dirty="0"/>
              <a:t>Add fixed charges/taxes and subtract discounts</a:t>
            </a:r>
          </a:p>
          <a:p>
            <a:r>
              <a:rPr lang="en-US" dirty="0"/>
              <a:t>IF (current Bill – previous Bill) / previous Bill &gt;= 0.20 THEN</a:t>
            </a:r>
          </a:p>
          <a:p>
            <a:r>
              <a:rPr lang="en-US" dirty="0"/>
              <a:t>    Print "Unusual Spike"</a:t>
            </a:r>
          </a:p>
          <a:p>
            <a:r>
              <a:rPr lang="en-US" dirty="0"/>
              <a:t>END IF</a:t>
            </a:r>
          </a:p>
          <a:p>
            <a:r>
              <a:rPr lang="en-US" dirty="0"/>
              <a:t>Display total Bill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666F3-0CC6-7D66-7BAB-4D3FF5C25ECF}"/>
              </a:ext>
            </a:extLst>
          </p:cNvPr>
          <p:cNvSpPr txBox="1"/>
          <p:nvPr/>
        </p:nvSpPr>
        <p:spPr>
          <a:xfrm>
            <a:off x="5130800" y="651934"/>
            <a:ext cx="4224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8F8FA-35BB-FAC8-FACF-1F8F2EC28E31}"/>
              </a:ext>
            </a:extLst>
          </p:cNvPr>
          <p:cNvSpPr txBox="1"/>
          <p:nvPr/>
        </p:nvSpPr>
        <p:spPr>
          <a:xfrm>
            <a:off x="5604933" y="880532"/>
            <a:ext cx="6587067" cy="597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01E02-6385-B77C-6616-8BBD04036C1D}"/>
              </a:ext>
            </a:extLst>
          </p:cNvPr>
          <p:cNvSpPr txBox="1"/>
          <p:nvPr/>
        </p:nvSpPr>
        <p:spPr>
          <a:xfrm>
            <a:off x="5318602" y="1073554"/>
            <a:ext cx="6587067" cy="50783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units = 250</a:t>
            </a:r>
          </a:p>
          <a:p>
            <a:r>
              <a:rPr lang="en-US" dirty="0" err="1"/>
              <a:t>previous_bill</a:t>
            </a:r>
            <a:r>
              <a:rPr lang="en-US" dirty="0"/>
              <a:t> = 800</a:t>
            </a:r>
          </a:p>
          <a:p>
            <a:endParaRPr lang="en-US" dirty="0"/>
          </a:p>
          <a:p>
            <a:r>
              <a:rPr lang="en-US" dirty="0"/>
              <a:t>if units &lt;= 100:</a:t>
            </a:r>
          </a:p>
          <a:p>
            <a:r>
              <a:rPr lang="en-US" dirty="0"/>
              <a:t>    bill = units * 3</a:t>
            </a:r>
          </a:p>
          <a:p>
            <a:r>
              <a:rPr lang="en-US" dirty="0" err="1"/>
              <a:t>elif</a:t>
            </a:r>
            <a:r>
              <a:rPr lang="en-US" dirty="0"/>
              <a:t> units &lt;= 300:</a:t>
            </a:r>
          </a:p>
          <a:p>
            <a:r>
              <a:rPr lang="en-US" dirty="0"/>
              <a:t>    bill = 300 + (units - 100) * 5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bill = 1300 + (units - 300) * 7</a:t>
            </a:r>
          </a:p>
          <a:p>
            <a:endParaRPr lang="en-US" dirty="0"/>
          </a:p>
          <a:p>
            <a:r>
              <a:rPr lang="en-US" dirty="0"/>
              <a:t>bill = bill + 50</a:t>
            </a:r>
          </a:p>
          <a:p>
            <a:endParaRPr lang="en-US" dirty="0"/>
          </a:p>
          <a:p>
            <a:r>
              <a:rPr lang="en-US" dirty="0"/>
              <a:t>print("Current Bill:", bill)</a:t>
            </a:r>
          </a:p>
          <a:p>
            <a:endParaRPr lang="en-US" dirty="0"/>
          </a:p>
          <a:p>
            <a:r>
              <a:rPr lang="en-US" dirty="0"/>
              <a:t>if bill &gt; </a:t>
            </a:r>
            <a:r>
              <a:rPr lang="en-US" dirty="0" err="1"/>
              <a:t>previous_bill</a:t>
            </a:r>
            <a:r>
              <a:rPr lang="en-US" dirty="0"/>
              <a:t> * 1.2:</a:t>
            </a:r>
          </a:p>
          <a:p>
            <a:r>
              <a:rPr lang="en-US" dirty="0"/>
              <a:t>    print("Unusual Increase")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print("Normal Bill")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88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57556-2556-8E1E-A520-4B6596733448}"/>
              </a:ext>
            </a:extLst>
          </p:cNvPr>
          <p:cNvSpPr txBox="1"/>
          <p:nvPr/>
        </p:nvSpPr>
        <p:spPr>
          <a:xfrm>
            <a:off x="279400" y="254000"/>
            <a:ext cx="417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Case Study 01- Testing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5E6B7-3C70-7253-2E38-2FE18490BD25}"/>
              </a:ext>
            </a:extLst>
          </p:cNvPr>
          <p:cNvSpPr txBox="1"/>
          <p:nvPr/>
        </p:nvSpPr>
        <p:spPr>
          <a:xfrm>
            <a:off x="338667" y="931333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BC484F56-B92C-5A8F-5011-55B63F43B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2" y="1381462"/>
            <a:ext cx="3327398" cy="2047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DC455E-0209-8422-49FC-F708E1E137B6}"/>
              </a:ext>
            </a:extLst>
          </p:cNvPr>
          <p:cNvSpPr txBox="1"/>
          <p:nvPr/>
        </p:nvSpPr>
        <p:spPr>
          <a:xfrm>
            <a:off x="7103533" y="931333"/>
            <a:ext cx="378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A2B25-47F4-D3CF-5C58-3381707C10DF}"/>
              </a:ext>
            </a:extLst>
          </p:cNvPr>
          <p:cNvSpPr txBox="1"/>
          <p:nvPr/>
        </p:nvSpPr>
        <p:spPr>
          <a:xfrm>
            <a:off x="533402" y="3555999"/>
            <a:ext cx="3327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0DA77-21EC-7837-4043-80C95ABB3BF5}"/>
              </a:ext>
            </a:extLst>
          </p:cNvPr>
          <p:cNvSpPr txBox="1"/>
          <p:nvPr/>
        </p:nvSpPr>
        <p:spPr>
          <a:xfrm>
            <a:off x="770467" y="4165600"/>
            <a:ext cx="111336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Testing Summary</a:t>
            </a:r>
            <a:r>
              <a:rPr lang="en-IN"/>
              <a:t>: All test cases (Asha with an input of 80, Ravi with 150, and Kiran with 250) were successfully executed against the system. </a:t>
            </a:r>
          </a:p>
          <a:p>
            <a:pPr lvl="0"/>
            <a:r>
              <a:rPr lang="en-IN" b="1"/>
              <a:t>Results Verification</a:t>
            </a:r>
            <a:r>
              <a:rPr lang="en-IN"/>
              <a:t>: The system accurately generated the expected outputs of ₹210, ₹400, and ₹900, respectively. </a:t>
            </a:r>
          </a:p>
          <a:p>
            <a:pPr lvl="0"/>
            <a:r>
              <a:rPr lang="en-IN" b="1"/>
              <a:t>Final Conclusion</a:t>
            </a:r>
            <a:r>
              <a:rPr lang="en-IN"/>
              <a:t>: The testing phase successfully validates that the underlying logic performs correctly and reliably produces the expected results across all tested scenarios.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3DE15-F6F5-658A-C0C2-CD376B75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1" r="61821"/>
          <a:stretch>
            <a:fillRect/>
          </a:stretch>
        </p:blipFill>
        <p:spPr>
          <a:xfrm>
            <a:off x="6972281" y="1520081"/>
            <a:ext cx="4047103" cy="22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7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B7F90-DDA5-5418-B764-DF163BBD59BD}"/>
              </a:ext>
            </a:extLst>
          </p:cNvPr>
          <p:cNvSpPr txBox="1"/>
          <p:nvPr/>
        </p:nvSpPr>
        <p:spPr>
          <a:xfrm>
            <a:off x="143933" y="152400"/>
            <a:ext cx="7967134" cy="478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02-</a:t>
            </a:r>
            <a:r>
              <a:rPr lang="en-US" sz="2400" dirty="0"/>
              <a:t>Hospital Billing and Patient Classification</a:t>
            </a:r>
            <a:r>
              <a:rPr lang="en-IN" sz="2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C6DCD-851B-0A4F-55F3-666CABEBF316}"/>
              </a:ext>
            </a:extLst>
          </p:cNvPr>
          <p:cNvSpPr txBox="1"/>
          <p:nvPr/>
        </p:nvSpPr>
        <p:spPr>
          <a:xfrm>
            <a:off x="254000" y="630999"/>
            <a:ext cx="2249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4CAA1-7F65-7FC3-767D-949D7D45D329}"/>
              </a:ext>
            </a:extLst>
          </p:cNvPr>
          <p:cNvSpPr txBox="1"/>
          <p:nvPr/>
        </p:nvSpPr>
        <p:spPr>
          <a:xfrm>
            <a:off x="254000" y="1154219"/>
            <a:ext cx="5214983" cy="2031325"/>
          </a:xfrm>
          <a:prstGeom prst="rect">
            <a:avLst/>
          </a:prstGeom>
          <a:solidFill>
            <a:schemeClr val="bg2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Automate the calculation and processing of consultation, diagnostic, and treatment charges.</a:t>
            </a:r>
          </a:p>
          <a:p>
            <a:pPr lvl="0"/>
            <a:r>
              <a:rPr lang="en-IN" dirty="0"/>
              <a:t>Apply conditional concessions and validate all billing constraints.</a:t>
            </a:r>
          </a:p>
          <a:p>
            <a:pPr lvl="0"/>
            <a:r>
              <a:rPr lang="en-IN" dirty="0"/>
              <a:t>Classify patients accurately according to the supplied payment policy.</a:t>
            </a:r>
          </a:p>
          <a:p>
            <a:pPr lvl="0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E3C7E-CF1E-9188-3A8C-02946B5F08E3}"/>
              </a:ext>
            </a:extLst>
          </p:cNvPr>
          <p:cNvSpPr txBox="1"/>
          <p:nvPr/>
        </p:nvSpPr>
        <p:spPr>
          <a:xfrm>
            <a:off x="6468533" y="630999"/>
            <a:ext cx="2406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E1787-CEB0-DF5E-DE8B-47EFE001A4EF}"/>
              </a:ext>
            </a:extLst>
          </p:cNvPr>
          <p:cNvSpPr txBox="1"/>
          <p:nvPr/>
        </p:nvSpPr>
        <p:spPr>
          <a:xfrm>
            <a:off x="6688667" y="1269999"/>
            <a:ext cx="3843866" cy="17543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Standardized pricing schedules and concession rules are predefined and complete.</a:t>
            </a:r>
          </a:p>
          <a:p>
            <a:pPr lvl="0"/>
            <a:r>
              <a:rPr lang="en-IN" dirty="0"/>
              <a:t>Input data containing patient details and service logs are accurate and properly formatted.</a:t>
            </a:r>
          </a:p>
        </p:txBody>
      </p:sp>
    </p:spTree>
    <p:extLst>
      <p:ext uri="{BB962C8B-B14F-4D97-AF65-F5344CB8AC3E}">
        <p14:creationId xmlns:p14="http://schemas.microsoft.com/office/powerpoint/2010/main" val="418182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CA6C9-B996-6E3F-3004-C828378CF748}"/>
              </a:ext>
            </a:extLst>
          </p:cNvPr>
          <p:cNvSpPr txBox="1"/>
          <p:nvPr/>
        </p:nvSpPr>
        <p:spPr>
          <a:xfrm>
            <a:off x="262467" y="177800"/>
            <a:ext cx="518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02-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62222-DD6E-F6A5-B01E-78E905EB0A9E}"/>
              </a:ext>
            </a:extLst>
          </p:cNvPr>
          <p:cNvSpPr txBox="1"/>
          <p:nvPr/>
        </p:nvSpPr>
        <p:spPr>
          <a:xfrm>
            <a:off x="347133" y="639465"/>
            <a:ext cx="234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32057-9D25-2C4A-9099-BC6A316F2199}"/>
              </a:ext>
            </a:extLst>
          </p:cNvPr>
          <p:cNvSpPr txBox="1"/>
          <p:nvPr/>
        </p:nvSpPr>
        <p:spPr>
          <a:xfrm>
            <a:off x="431800" y="1253066"/>
            <a:ext cx="4859867" cy="39703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Read patient details.</a:t>
            </a:r>
          </a:p>
          <a:p>
            <a:pPr lvl="0"/>
            <a:r>
              <a:rPr lang="en-IN" dirty="0"/>
              <a:t>Read consultation, diagnostic, and treatment charges.</a:t>
            </a:r>
          </a:p>
          <a:p>
            <a:pPr lvl="0"/>
            <a:r>
              <a:rPr lang="en-IN" dirty="0"/>
              <a:t>Calculate the total bill by adding all charges.</a:t>
            </a:r>
          </a:p>
          <a:p>
            <a:pPr lvl="0"/>
            <a:r>
              <a:rPr lang="en-IN" dirty="0"/>
              <a:t>Check the concession conditions.</a:t>
            </a:r>
          </a:p>
          <a:p>
            <a:pPr lvl="0"/>
            <a:r>
              <a:rPr lang="en-IN" dirty="0"/>
              <a:t>If the patient is eligible, calculate and subtract the concession.</a:t>
            </a:r>
          </a:p>
          <a:p>
            <a:pPr lvl="0"/>
            <a:r>
              <a:rPr lang="en-IN" dirty="0"/>
              <a:t>Validate the final bill amount.</a:t>
            </a:r>
          </a:p>
          <a:p>
            <a:pPr lvl="0"/>
            <a:r>
              <a:rPr lang="en-IN" dirty="0"/>
              <a:t>Classify the patient according to the payment policy.</a:t>
            </a:r>
          </a:p>
          <a:p>
            <a:pPr lvl="0"/>
            <a:r>
              <a:rPr lang="en-IN" dirty="0"/>
              <a:t>Display the total bill, concession, final amount, and patient classification.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4A91D-C3D8-1F64-13AC-562EAA8E8181}"/>
              </a:ext>
            </a:extLst>
          </p:cNvPr>
          <p:cNvSpPr txBox="1"/>
          <p:nvPr/>
        </p:nvSpPr>
        <p:spPr>
          <a:xfrm>
            <a:off x="6743756" y="639465"/>
            <a:ext cx="2454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CEE372-C4F8-8548-3A68-22940796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162685"/>
            <a:ext cx="3437466" cy="515619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82335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03A79-3EF0-0A8F-8773-350570273EC2}"/>
              </a:ext>
            </a:extLst>
          </p:cNvPr>
          <p:cNvSpPr txBox="1"/>
          <p:nvPr/>
        </p:nvSpPr>
        <p:spPr>
          <a:xfrm>
            <a:off x="440267" y="160867"/>
            <a:ext cx="5950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02- pseudocode &amp; python code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6C2E7-994E-E11B-6D95-D00B1C29FC80}"/>
              </a:ext>
            </a:extLst>
          </p:cNvPr>
          <p:cNvSpPr txBox="1"/>
          <p:nvPr/>
        </p:nvSpPr>
        <p:spPr>
          <a:xfrm>
            <a:off x="508000" y="694267"/>
            <a:ext cx="2708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D7355-2DBC-D9B9-A717-64E2A21FD18E}"/>
              </a:ext>
            </a:extLst>
          </p:cNvPr>
          <p:cNvSpPr txBox="1"/>
          <p:nvPr/>
        </p:nvSpPr>
        <p:spPr>
          <a:xfrm>
            <a:off x="651933" y="1337733"/>
            <a:ext cx="4690534" cy="397031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patient details</a:t>
            </a:r>
          </a:p>
          <a:p>
            <a:r>
              <a:rPr lang="en-US" dirty="0"/>
              <a:t>INPUT all charges</a:t>
            </a:r>
          </a:p>
          <a:p>
            <a:r>
              <a:rPr lang="en-US" dirty="0"/>
              <a:t>CALCULATE total bill</a:t>
            </a:r>
          </a:p>
          <a:p>
            <a:endParaRPr lang="en-US" dirty="0"/>
          </a:p>
          <a:p>
            <a:r>
              <a:rPr lang="en-US" dirty="0"/>
              <a:t>IF eligible for concession</a:t>
            </a:r>
          </a:p>
          <a:p>
            <a:r>
              <a:rPr lang="en-US" dirty="0"/>
              <a:t>    APPLY concession</a:t>
            </a:r>
          </a:p>
          <a:p>
            <a:r>
              <a:rPr lang="en-US" dirty="0"/>
              <a:t>END IF</a:t>
            </a:r>
          </a:p>
          <a:p>
            <a:endParaRPr lang="en-US" dirty="0"/>
          </a:p>
          <a:p>
            <a:r>
              <a:rPr lang="en-US" dirty="0"/>
              <a:t>CALCULATE final bill</a:t>
            </a:r>
          </a:p>
          <a:p>
            <a:r>
              <a:rPr lang="en-US" dirty="0"/>
              <a:t>CHECK bill validity</a:t>
            </a:r>
          </a:p>
          <a:p>
            <a:r>
              <a:rPr lang="en-US" dirty="0"/>
              <a:t>CLASSIFY patient</a:t>
            </a:r>
          </a:p>
          <a:p>
            <a:r>
              <a:rPr lang="en-US" dirty="0"/>
              <a:t>DISPLAY bill and patient category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B1044-2051-7AA0-E374-7BBEB8F55AA3}"/>
              </a:ext>
            </a:extLst>
          </p:cNvPr>
          <p:cNvSpPr txBox="1"/>
          <p:nvPr/>
        </p:nvSpPr>
        <p:spPr>
          <a:xfrm>
            <a:off x="5875868" y="516467"/>
            <a:ext cx="4436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3E2CF-803A-DE1B-3288-6E3EB9664E51}"/>
              </a:ext>
            </a:extLst>
          </p:cNvPr>
          <p:cNvSpPr txBox="1"/>
          <p:nvPr/>
        </p:nvSpPr>
        <p:spPr>
          <a:xfrm>
            <a:off x="5875868" y="931333"/>
            <a:ext cx="62145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consultation = 200</a:t>
            </a:r>
          </a:p>
          <a:p>
            <a:r>
              <a:rPr lang="en-US" dirty="0"/>
              <a:t>diagnostic = 300</a:t>
            </a:r>
          </a:p>
          <a:p>
            <a:r>
              <a:rPr lang="en-US" dirty="0"/>
              <a:t>treatment = 500</a:t>
            </a:r>
          </a:p>
          <a:p>
            <a:endParaRPr lang="en-US" dirty="0"/>
          </a:p>
          <a:p>
            <a:r>
              <a:rPr lang="en-US" dirty="0"/>
              <a:t>total = consultation + diagnostic + treatment</a:t>
            </a:r>
          </a:p>
          <a:p>
            <a:endParaRPr lang="en-US" dirty="0"/>
          </a:p>
          <a:p>
            <a:r>
              <a:rPr lang="en-US" dirty="0"/>
              <a:t>if total &gt;= 500:</a:t>
            </a:r>
          </a:p>
          <a:p>
            <a:r>
              <a:rPr lang="en-US" dirty="0"/>
              <a:t>    concession = 100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concession = 0</a:t>
            </a:r>
          </a:p>
          <a:p>
            <a:endParaRPr lang="en-US" dirty="0"/>
          </a:p>
          <a:p>
            <a:r>
              <a:rPr lang="en-US" dirty="0" err="1"/>
              <a:t>final_bill</a:t>
            </a:r>
            <a:r>
              <a:rPr lang="en-US" dirty="0"/>
              <a:t> = total - concession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final_bill</a:t>
            </a:r>
            <a:r>
              <a:rPr lang="en-US" dirty="0"/>
              <a:t> &gt;= 0:</a:t>
            </a:r>
          </a:p>
          <a:p>
            <a:r>
              <a:rPr lang="en-US" dirty="0"/>
              <a:t>    print("Total Bill:", total)</a:t>
            </a:r>
          </a:p>
          <a:p>
            <a:r>
              <a:rPr lang="en-US" dirty="0"/>
              <a:t>    print("Concession:", concession)</a:t>
            </a:r>
          </a:p>
          <a:p>
            <a:r>
              <a:rPr lang="en-US" dirty="0"/>
              <a:t>    print("Final Bill:", </a:t>
            </a:r>
            <a:r>
              <a:rPr lang="en-US" dirty="0" err="1"/>
              <a:t>final_bill</a:t>
            </a:r>
            <a:r>
              <a:rPr lang="en-US" dirty="0"/>
              <a:t>)</a:t>
            </a:r>
          </a:p>
          <a:p>
            <a:r>
              <a:rPr lang="en-US" dirty="0"/>
              <a:t>    print("Patient: Cash Payment")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print("Invalid Bill")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282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7C1B68-7537-F650-60AC-2FA6E961CED3}"/>
              </a:ext>
            </a:extLst>
          </p:cNvPr>
          <p:cNvSpPr txBox="1"/>
          <p:nvPr/>
        </p:nvSpPr>
        <p:spPr>
          <a:xfrm>
            <a:off x="389467" y="245533"/>
            <a:ext cx="5028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02- Testing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D658A-B89F-2C4B-6AD9-E0E683BBA9AD}"/>
              </a:ext>
            </a:extLst>
          </p:cNvPr>
          <p:cNvSpPr txBox="1"/>
          <p:nvPr/>
        </p:nvSpPr>
        <p:spPr>
          <a:xfrm>
            <a:off x="389467" y="676083"/>
            <a:ext cx="6303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F3FA04-147A-E437-CD22-99E837BD1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228216"/>
              </p:ext>
            </p:extLst>
          </p:nvPr>
        </p:nvGraphicFramePr>
        <p:xfrm>
          <a:off x="389467" y="1137748"/>
          <a:ext cx="5782736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842">
                  <a:extLst>
                    <a:ext uri="{9D8B030D-6E8A-4147-A177-3AD203B41FA5}">
                      <a16:colId xmlns:a16="http://schemas.microsoft.com/office/drawing/2014/main" val="3808583959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2255761486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3234763743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580306604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3195988692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2529625343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3931777077"/>
                    </a:ext>
                  </a:extLst>
                </a:gridCol>
                <a:gridCol w="722842">
                  <a:extLst>
                    <a:ext uri="{9D8B030D-6E8A-4147-A177-3AD203B41FA5}">
                      <a16:colId xmlns:a16="http://schemas.microsoft.com/office/drawing/2014/main" val="4108227973"/>
                    </a:ext>
                  </a:extLst>
                </a:gridCol>
              </a:tblGrid>
              <a:tr h="120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Consultation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Diagnostic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Bill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Bill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Patient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166087"/>
                  </a:ext>
                </a:extLst>
              </a:tr>
              <a:tr h="87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Cash Payment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324034"/>
                  </a:ext>
                </a:extLst>
              </a:tr>
              <a:tr h="87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Cash Payment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69127"/>
                  </a:ext>
                </a:extLst>
              </a:tr>
              <a:tr h="87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Cash Payment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0182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2813F0-636B-E7DE-CBA2-741E8F293A3F}"/>
              </a:ext>
            </a:extLst>
          </p:cNvPr>
          <p:cNvSpPr txBox="1"/>
          <p:nvPr/>
        </p:nvSpPr>
        <p:spPr>
          <a:xfrm>
            <a:off x="7240031" y="653898"/>
            <a:ext cx="390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0B68F8-8589-FD55-3340-E4507A430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08" r="1972"/>
          <a:stretch>
            <a:fillRect/>
          </a:stretch>
        </p:blipFill>
        <p:spPr>
          <a:xfrm>
            <a:off x="7012156" y="1163399"/>
            <a:ext cx="4603629" cy="25530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015260-D861-4E3D-C537-7C498C4A6F2B}"/>
              </a:ext>
            </a:extLst>
          </p:cNvPr>
          <p:cNvSpPr txBox="1"/>
          <p:nvPr/>
        </p:nvSpPr>
        <p:spPr>
          <a:xfrm>
            <a:off x="6428815" y="3827989"/>
            <a:ext cx="162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1B07-369B-7190-AE83-B91C6A9476C3}"/>
              </a:ext>
            </a:extLst>
          </p:cNvPr>
          <p:cNvSpPr txBox="1"/>
          <p:nvPr/>
        </p:nvSpPr>
        <p:spPr>
          <a:xfrm>
            <a:off x="6428815" y="4225922"/>
            <a:ext cx="5585385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The program calculates the total hospital bill, applies a concession, validates the final bill, and displays the payment type.</a:t>
            </a:r>
          </a:p>
        </p:txBody>
      </p:sp>
    </p:spTree>
    <p:extLst>
      <p:ext uri="{BB962C8B-B14F-4D97-AF65-F5344CB8AC3E}">
        <p14:creationId xmlns:p14="http://schemas.microsoft.com/office/powerpoint/2010/main" val="288894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56778-6121-4945-F2FE-534DEE302D39}"/>
              </a:ext>
            </a:extLst>
          </p:cNvPr>
          <p:cNvSpPr txBox="1"/>
          <p:nvPr/>
        </p:nvSpPr>
        <p:spPr>
          <a:xfrm>
            <a:off x="152401" y="220134"/>
            <a:ext cx="9922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Case Study 03-Employee Payroll and Deduction Analysis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CF07A-3631-8D73-B5C6-B26ABF2C0702}"/>
              </a:ext>
            </a:extLst>
          </p:cNvPr>
          <p:cNvSpPr txBox="1"/>
          <p:nvPr/>
        </p:nvSpPr>
        <p:spPr>
          <a:xfrm>
            <a:off x="389467" y="770466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6862B-8F36-4D78-7C0F-7C2CC2BDACB1}"/>
              </a:ext>
            </a:extLst>
          </p:cNvPr>
          <p:cNvSpPr txBox="1"/>
          <p:nvPr/>
        </p:nvSpPr>
        <p:spPr>
          <a:xfrm>
            <a:off x="533400" y="1396999"/>
            <a:ext cx="4199467" cy="2308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calculate the gross salary of an employee.</a:t>
            </a:r>
          </a:p>
          <a:p>
            <a:pPr lvl="0"/>
            <a:r>
              <a:rPr lang="en-IN" dirty="0"/>
              <a:t>To calculate allowances, overtime, and incentives.</a:t>
            </a:r>
          </a:p>
          <a:p>
            <a:pPr lvl="0"/>
            <a:r>
              <a:rPr lang="en-IN" dirty="0"/>
              <a:t>To apply deductions based on salary.</a:t>
            </a:r>
          </a:p>
          <a:p>
            <a:pPr lvl="0"/>
            <a:r>
              <a:rPr lang="en-IN" dirty="0"/>
              <a:t>To calculate the net salary.</a:t>
            </a:r>
          </a:p>
          <a:p>
            <a:pPr lvl="0"/>
            <a:r>
              <a:rPr lang="en-IN" dirty="0"/>
              <a:t>To generate a formatted salary statement.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EB188-8C8D-762D-1947-6151794756C2}"/>
              </a:ext>
            </a:extLst>
          </p:cNvPr>
          <p:cNvSpPr txBox="1"/>
          <p:nvPr/>
        </p:nvSpPr>
        <p:spPr>
          <a:xfrm>
            <a:off x="5427133" y="770466"/>
            <a:ext cx="2666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63923-D37A-6A6F-15B7-15A724390FF7}"/>
              </a:ext>
            </a:extLst>
          </p:cNvPr>
          <p:cNvSpPr txBox="1"/>
          <p:nvPr/>
        </p:nvSpPr>
        <p:spPr>
          <a:xfrm>
            <a:off x="5461000" y="1549399"/>
            <a:ext cx="5215467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Basic pay is given as input.</a:t>
            </a:r>
          </a:p>
          <a:p>
            <a:pPr lvl="0"/>
            <a:r>
              <a:rPr lang="en-IN" dirty="0"/>
              <a:t>Allowances, overtime, and incentives are calculated based on fixed rates.</a:t>
            </a:r>
          </a:p>
          <a:p>
            <a:pPr lvl="0"/>
            <a:r>
              <a:rPr lang="en-IN" dirty="0"/>
              <a:t>Deductions are applied according to salary slabs.</a:t>
            </a:r>
          </a:p>
          <a:p>
            <a:pPr lvl="0"/>
            <a:r>
              <a:rPr lang="en-IN" dirty="0"/>
              <a:t>Net salary is calculated by subtracting deductions from gross salary.</a:t>
            </a:r>
          </a:p>
          <a:p>
            <a:pPr lvl="0"/>
            <a:r>
              <a:rPr lang="en-IN" dirty="0"/>
              <a:t>All salary amounts are calculated in Indian Rupees (₹).</a:t>
            </a:r>
          </a:p>
        </p:txBody>
      </p:sp>
    </p:spTree>
    <p:extLst>
      <p:ext uri="{BB962C8B-B14F-4D97-AF65-F5344CB8AC3E}">
        <p14:creationId xmlns:p14="http://schemas.microsoft.com/office/powerpoint/2010/main" val="64385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A0EBE-6790-B698-DFC4-75AA4DCDFA89}"/>
              </a:ext>
            </a:extLst>
          </p:cNvPr>
          <p:cNvSpPr txBox="1"/>
          <p:nvPr/>
        </p:nvSpPr>
        <p:spPr>
          <a:xfrm>
            <a:off x="220133" y="270933"/>
            <a:ext cx="518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Study 03-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97902-DBCE-E2DF-0BED-DF43C9E2B745}"/>
              </a:ext>
            </a:extLst>
          </p:cNvPr>
          <p:cNvSpPr txBox="1"/>
          <p:nvPr/>
        </p:nvSpPr>
        <p:spPr>
          <a:xfrm>
            <a:off x="220133" y="739352"/>
            <a:ext cx="210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5C628-B04A-7B9C-C7E0-651161CA89B9}"/>
              </a:ext>
            </a:extLst>
          </p:cNvPr>
          <p:cNvSpPr txBox="1"/>
          <p:nvPr/>
        </p:nvSpPr>
        <p:spPr>
          <a:xfrm>
            <a:off x="372533" y="1439333"/>
            <a:ext cx="4969934" cy="2585323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the basic salary.</a:t>
            </a:r>
          </a:p>
          <a:p>
            <a:pPr lvl="0"/>
            <a:r>
              <a:rPr lang="en-IN" dirty="0"/>
              <a:t>Calculate allowances, overtime, and incentives.</a:t>
            </a:r>
          </a:p>
          <a:p>
            <a:pPr lvl="0"/>
            <a:r>
              <a:rPr lang="en-IN" dirty="0"/>
              <a:t>Calculate the gross salary.</a:t>
            </a:r>
          </a:p>
          <a:p>
            <a:pPr lvl="0"/>
            <a:r>
              <a:rPr lang="en-IN" dirty="0"/>
              <a:t>Calculate deductions based on salary slabs.</a:t>
            </a:r>
          </a:p>
          <a:p>
            <a:pPr lvl="0"/>
            <a:r>
              <a:rPr lang="en-IN" dirty="0"/>
              <a:t>Calculate net salary by subtracting deductions from gross salary.</a:t>
            </a:r>
          </a:p>
          <a:p>
            <a:pPr lvl="0"/>
            <a:r>
              <a:rPr lang="en-IN" dirty="0"/>
              <a:t>Display the salary statement.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7C2D5-AF95-EA16-E17B-06404173E419}"/>
              </a:ext>
            </a:extLst>
          </p:cNvPr>
          <p:cNvSpPr txBox="1"/>
          <p:nvPr/>
        </p:nvSpPr>
        <p:spPr>
          <a:xfrm>
            <a:off x="6604000" y="893240"/>
            <a:ext cx="2221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FLOWCHART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2B54B3A-4058-85B3-8657-1AD7F025E66B}"/>
              </a:ext>
            </a:extLst>
          </p:cNvPr>
          <p:cNvSpPr/>
          <p:nvPr/>
        </p:nvSpPr>
        <p:spPr>
          <a:xfrm>
            <a:off x="6832601" y="1837268"/>
            <a:ext cx="330200" cy="364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E108F-5FD5-DAE1-C45E-2DDE10B01131}"/>
              </a:ext>
            </a:extLst>
          </p:cNvPr>
          <p:cNvSpPr txBox="1"/>
          <p:nvPr/>
        </p:nvSpPr>
        <p:spPr>
          <a:xfrm>
            <a:off x="6671733" y="1540934"/>
            <a:ext cx="4131734" cy="4575116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Start </a:t>
            </a:r>
          </a:p>
          <a:p>
            <a:pPr>
              <a:buNone/>
            </a:pPr>
            <a:r>
              <a:rPr lang="en-IN" dirty="0"/>
              <a:t>     </a:t>
            </a:r>
          </a:p>
          <a:p>
            <a:pPr>
              <a:buNone/>
            </a:pPr>
            <a:r>
              <a:rPr lang="en-IN" dirty="0"/>
              <a:t>Enter Basic Salary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Calculate Allowances, Overtime and Incentives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Calculate Gross Salary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Calculate Deductions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Calculate Net Salary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Display Salary Statement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Stop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831D4D2-4BCA-CAC8-305D-05BCF9AA2D7D}"/>
              </a:ext>
            </a:extLst>
          </p:cNvPr>
          <p:cNvSpPr/>
          <p:nvPr/>
        </p:nvSpPr>
        <p:spPr>
          <a:xfrm>
            <a:off x="6832600" y="2325807"/>
            <a:ext cx="330201" cy="4427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A865ACF-6A44-4033-0832-02BAF0D5C13B}"/>
              </a:ext>
            </a:extLst>
          </p:cNvPr>
          <p:cNvSpPr/>
          <p:nvPr/>
        </p:nvSpPr>
        <p:spPr>
          <a:xfrm>
            <a:off x="6832602" y="3183468"/>
            <a:ext cx="330199" cy="3700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D3D380A5-63E9-7965-20B3-5B0F3A3463F9}"/>
              </a:ext>
            </a:extLst>
          </p:cNvPr>
          <p:cNvSpPr/>
          <p:nvPr/>
        </p:nvSpPr>
        <p:spPr>
          <a:xfrm>
            <a:off x="6832600" y="3784600"/>
            <a:ext cx="330199" cy="3700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69163DA-BDBD-1428-56B7-7E4A324B9132}"/>
              </a:ext>
            </a:extLst>
          </p:cNvPr>
          <p:cNvSpPr/>
          <p:nvPr/>
        </p:nvSpPr>
        <p:spPr>
          <a:xfrm>
            <a:off x="6832597" y="4286663"/>
            <a:ext cx="330199" cy="364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958BAF9F-A47D-3345-5207-73A30E341EF3}"/>
              </a:ext>
            </a:extLst>
          </p:cNvPr>
          <p:cNvSpPr/>
          <p:nvPr/>
        </p:nvSpPr>
        <p:spPr>
          <a:xfrm>
            <a:off x="6832597" y="4887795"/>
            <a:ext cx="330199" cy="2828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D6A7ABB-4599-A694-0FDF-D04373387692}"/>
              </a:ext>
            </a:extLst>
          </p:cNvPr>
          <p:cNvSpPr/>
          <p:nvPr/>
        </p:nvSpPr>
        <p:spPr>
          <a:xfrm>
            <a:off x="6917267" y="5407671"/>
            <a:ext cx="245529" cy="3835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3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A1CA35-F69D-C0E0-0083-47E12FCA58D5}"/>
              </a:ext>
            </a:extLst>
          </p:cNvPr>
          <p:cNvSpPr txBox="1"/>
          <p:nvPr/>
        </p:nvSpPr>
        <p:spPr>
          <a:xfrm>
            <a:off x="177800" y="211667"/>
            <a:ext cx="5987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03 – pseudocode &amp; python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BDDEC-09D3-529F-7BA0-457F723811EC}"/>
              </a:ext>
            </a:extLst>
          </p:cNvPr>
          <p:cNvSpPr txBox="1"/>
          <p:nvPr/>
        </p:nvSpPr>
        <p:spPr>
          <a:xfrm>
            <a:off x="389467" y="795867"/>
            <a:ext cx="2507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PSEUDOCODE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CC106-493C-B1BA-5721-C4F26C36992C}"/>
              </a:ext>
            </a:extLst>
          </p:cNvPr>
          <p:cNvSpPr txBox="1"/>
          <p:nvPr/>
        </p:nvSpPr>
        <p:spPr>
          <a:xfrm>
            <a:off x="457200" y="1447799"/>
            <a:ext cx="5190067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</a:t>
            </a:r>
            <a:r>
              <a:rPr lang="en-US" dirty="0" err="1"/>
              <a:t>basic_salary</a:t>
            </a:r>
            <a:endParaRPr lang="en-US" dirty="0"/>
          </a:p>
          <a:p>
            <a:r>
              <a:rPr lang="en-US" dirty="0"/>
              <a:t>INPUT allowances, overtime, incentives</a:t>
            </a:r>
          </a:p>
          <a:p>
            <a:endParaRPr lang="en-US" dirty="0"/>
          </a:p>
          <a:p>
            <a:r>
              <a:rPr lang="en-US" dirty="0" err="1"/>
              <a:t>gross_salary</a:t>
            </a:r>
            <a:r>
              <a:rPr lang="en-US" dirty="0"/>
              <a:t> = </a:t>
            </a:r>
            <a:r>
              <a:rPr lang="en-US" dirty="0" err="1"/>
              <a:t>basic_salary</a:t>
            </a:r>
            <a:r>
              <a:rPr lang="en-US" dirty="0"/>
              <a:t> + allowances + overtime + incentives</a:t>
            </a:r>
          </a:p>
          <a:p>
            <a:endParaRPr lang="en-US" dirty="0"/>
          </a:p>
          <a:p>
            <a:r>
              <a:rPr lang="en-US" dirty="0"/>
              <a:t>CALCULATE deductions</a:t>
            </a:r>
          </a:p>
          <a:p>
            <a:r>
              <a:rPr lang="en-US" dirty="0" err="1"/>
              <a:t>net_salary</a:t>
            </a:r>
            <a:r>
              <a:rPr lang="en-US" dirty="0"/>
              <a:t> = </a:t>
            </a:r>
            <a:r>
              <a:rPr lang="en-US" dirty="0" err="1"/>
              <a:t>gross_salary</a:t>
            </a:r>
            <a:r>
              <a:rPr lang="en-US" dirty="0"/>
              <a:t> - deductions</a:t>
            </a:r>
          </a:p>
          <a:p>
            <a:endParaRPr lang="en-US" dirty="0"/>
          </a:p>
          <a:p>
            <a:r>
              <a:rPr lang="en-US" dirty="0"/>
              <a:t>PRINT </a:t>
            </a:r>
            <a:r>
              <a:rPr lang="en-US" dirty="0" err="1"/>
              <a:t>gross_salary</a:t>
            </a:r>
            <a:endParaRPr lang="en-US" dirty="0"/>
          </a:p>
          <a:p>
            <a:r>
              <a:rPr lang="en-US" dirty="0"/>
              <a:t>PRINT deductions</a:t>
            </a:r>
          </a:p>
          <a:p>
            <a:r>
              <a:rPr lang="en-US" dirty="0"/>
              <a:t>PRINT </a:t>
            </a:r>
            <a:r>
              <a:rPr lang="en-US" dirty="0" err="1"/>
              <a:t>net_salary</a:t>
            </a:r>
            <a:endParaRPr lang="en-US" dirty="0"/>
          </a:p>
          <a:p>
            <a:r>
              <a:rPr lang="en-US" dirty="0"/>
              <a:t>PRINT </a:t>
            </a:r>
            <a:r>
              <a:rPr lang="en-US" dirty="0" err="1"/>
              <a:t>salary_statement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529FA-6F44-2B8D-3029-47C5DE9B1928}"/>
              </a:ext>
            </a:extLst>
          </p:cNvPr>
          <p:cNvSpPr txBox="1"/>
          <p:nvPr/>
        </p:nvSpPr>
        <p:spPr>
          <a:xfrm>
            <a:off x="6146800" y="889000"/>
            <a:ext cx="3769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PYTHON SORCR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8465B1-4136-7C33-F3A3-871EF552ACB5}"/>
              </a:ext>
            </a:extLst>
          </p:cNvPr>
          <p:cNvSpPr txBox="1"/>
          <p:nvPr/>
        </p:nvSpPr>
        <p:spPr>
          <a:xfrm>
            <a:off x="6146800" y="1412220"/>
            <a:ext cx="5274733" cy="480131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basic = 20000</a:t>
            </a:r>
          </a:p>
          <a:p>
            <a:r>
              <a:rPr lang="en-US" dirty="0"/>
              <a:t>allowances = 3000</a:t>
            </a:r>
          </a:p>
          <a:p>
            <a:r>
              <a:rPr lang="en-US" dirty="0"/>
              <a:t>overtime = 1000</a:t>
            </a:r>
          </a:p>
          <a:p>
            <a:r>
              <a:rPr lang="en-US" dirty="0"/>
              <a:t>incentives = 500</a:t>
            </a:r>
          </a:p>
          <a:p>
            <a:endParaRPr lang="en-US" dirty="0"/>
          </a:p>
          <a:p>
            <a:r>
              <a:rPr lang="en-US" dirty="0"/>
              <a:t>gross = basic + allowances + overtime + incentives</a:t>
            </a:r>
          </a:p>
          <a:p>
            <a:endParaRPr lang="en-US" dirty="0"/>
          </a:p>
          <a:p>
            <a:r>
              <a:rPr lang="en-US" dirty="0"/>
              <a:t>if gross &lt;= 20000:</a:t>
            </a:r>
          </a:p>
          <a:p>
            <a:r>
              <a:rPr lang="en-US" dirty="0"/>
              <a:t>    deduction = gross * 0.05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deduction = gross * 0.10</a:t>
            </a:r>
          </a:p>
          <a:p>
            <a:endParaRPr lang="en-US" dirty="0"/>
          </a:p>
          <a:p>
            <a:r>
              <a:rPr lang="en-US" dirty="0"/>
              <a:t>net = gross - deduction</a:t>
            </a:r>
          </a:p>
          <a:p>
            <a:endParaRPr lang="en-US" dirty="0"/>
          </a:p>
          <a:p>
            <a:r>
              <a:rPr lang="en-US" dirty="0"/>
              <a:t>print("Gross Salary:", gross)</a:t>
            </a:r>
          </a:p>
          <a:p>
            <a:r>
              <a:rPr lang="en-US" dirty="0"/>
              <a:t>print("Deduction:", deduction)</a:t>
            </a:r>
          </a:p>
          <a:p>
            <a:r>
              <a:rPr lang="en-US" dirty="0"/>
              <a:t>print("Net Salary:",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747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E7414A-5C2F-83A8-C743-539773AB8D0D}"/>
              </a:ext>
            </a:extLst>
          </p:cNvPr>
          <p:cNvSpPr txBox="1"/>
          <p:nvPr/>
        </p:nvSpPr>
        <p:spPr>
          <a:xfrm>
            <a:off x="237067" y="194733"/>
            <a:ext cx="5190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03 – Testing &amp;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206DA-7E1C-4CE1-8A5D-30234072C77C}"/>
              </a:ext>
            </a:extLst>
          </p:cNvPr>
          <p:cNvSpPr txBox="1"/>
          <p:nvPr/>
        </p:nvSpPr>
        <p:spPr>
          <a:xfrm>
            <a:off x="397933" y="745067"/>
            <a:ext cx="6091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A5D7B9-A9B5-F3D4-EA8A-AACAC668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597710"/>
              </p:ext>
            </p:extLst>
          </p:nvPr>
        </p:nvGraphicFramePr>
        <p:xfrm>
          <a:off x="482599" y="1386820"/>
          <a:ext cx="5922400" cy="3879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300">
                  <a:extLst>
                    <a:ext uri="{9D8B030D-6E8A-4147-A177-3AD203B41FA5}">
                      <a16:colId xmlns:a16="http://schemas.microsoft.com/office/drawing/2014/main" val="3798654011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287874351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414201611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2120334022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3079329366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2481058247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1661489554"/>
                    </a:ext>
                  </a:extLst>
                </a:gridCol>
                <a:gridCol w="740300">
                  <a:extLst>
                    <a:ext uri="{9D8B030D-6E8A-4147-A177-3AD203B41FA5}">
                      <a16:colId xmlns:a16="http://schemas.microsoft.com/office/drawing/2014/main" val="3900763828"/>
                    </a:ext>
                  </a:extLst>
                </a:gridCol>
              </a:tblGrid>
              <a:tr h="1483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Basic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Incentives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Gross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299538"/>
                  </a:ext>
                </a:extLst>
              </a:tr>
              <a:tr h="79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052666"/>
                  </a:ext>
                </a:extLst>
              </a:tr>
              <a:tr h="79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19237"/>
                  </a:ext>
                </a:extLst>
              </a:tr>
              <a:tr h="79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3814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A0EFF0-1236-246F-8C13-065626194CAA}"/>
              </a:ext>
            </a:extLst>
          </p:cNvPr>
          <p:cNvSpPr txBox="1"/>
          <p:nvPr/>
        </p:nvSpPr>
        <p:spPr>
          <a:xfrm>
            <a:off x="7061200" y="745067"/>
            <a:ext cx="4732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OUTPUT SCREENSHOT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C75456-F5B1-7CB9-4344-DE7D9473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5" r="-935"/>
          <a:stretch>
            <a:fillRect/>
          </a:stretch>
        </p:blipFill>
        <p:spPr>
          <a:xfrm>
            <a:off x="7196667" y="1408730"/>
            <a:ext cx="3945466" cy="2022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B132A9-9A1B-4F7F-AECA-9BAFE3401571}"/>
              </a:ext>
            </a:extLst>
          </p:cNvPr>
          <p:cNvSpPr txBox="1"/>
          <p:nvPr/>
        </p:nvSpPr>
        <p:spPr>
          <a:xfrm>
            <a:off x="6489665" y="3571319"/>
            <a:ext cx="193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8F2E77-6A34-D8F0-F6AA-D3B59185A29E}"/>
              </a:ext>
            </a:extLst>
          </p:cNvPr>
          <p:cNvSpPr txBox="1"/>
          <p:nvPr/>
        </p:nvSpPr>
        <p:spPr>
          <a:xfrm>
            <a:off x="6561668" y="3940651"/>
            <a:ext cx="5147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program calculates gross salary, applies deductions based on salary slabs, and displays the final net salary of the employee.</a:t>
            </a:r>
          </a:p>
        </p:txBody>
      </p:sp>
    </p:spTree>
    <p:extLst>
      <p:ext uri="{BB962C8B-B14F-4D97-AF65-F5344CB8AC3E}">
        <p14:creationId xmlns:p14="http://schemas.microsoft.com/office/powerpoint/2010/main" val="245633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70D08E-E8AE-D29C-8F1F-01B71F29C539}"/>
              </a:ext>
            </a:extLst>
          </p:cNvPr>
          <p:cNvSpPr txBox="1"/>
          <p:nvPr/>
        </p:nvSpPr>
        <p:spPr>
          <a:xfrm>
            <a:off x="423333" y="237067"/>
            <a:ext cx="8994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Study 04 - Multi-Plan Telecommunications Cost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C20DD-17F3-0294-EFB7-6A392F4A3D5D}"/>
              </a:ext>
            </a:extLst>
          </p:cNvPr>
          <p:cNvSpPr txBox="1"/>
          <p:nvPr/>
        </p:nvSpPr>
        <p:spPr>
          <a:xfrm>
            <a:off x="482600" y="698732"/>
            <a:ext cx="2223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000BB-43BC-FAF5-F220-FEB3585C1A72}"/>
              </a:ext>
            </a:extLst>
          </p:cNvPr>
          <p:cNvSpPr txBox="1"/>
          <p:nvPr/>
        </p:nvSpPr>
        <p:spPr>
          <a:xfrm>
            <a:off x="482600" y="1295401"/>
            <a:ext cx="4673600" cy="2619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evaluate different mobile plans based on usage and validity.</a:t>
            </a:r>
          </a:p>
          <a:p>
            <a:pPr lvl="0"/>
            <a:r>
              <a:rPr lang="en-IN" dirty="0"/>
              <a:t>To check whether plans meet the user's budget.</a:t>
            </a:r>
          </a:p>
          <a:p>
            <a:pPr lvl="0"/>
            <a:r>
              <a:rPr lang="en-IN" dirty="0"/>
              <a:t>To calculate extra charges for exceeding plan limits.</a:t>
            </a:r>
          </a:p>
          <a:p>
            <a:pPr lvl="0"/>
            <a:r>
              <a:rPr lang="en-IN" dirty="0"/>
              <a:t>To compare the total cost of different plans.</a:t>
            </a:r>
          </a:p>
          <a:p>
            <a:pPr lvl="0"/>
            <a:r>
              <a:rPr lang="en-IN" dirty="0"/>
              <a:t>To identify the most economical eligible mobile plan.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BC541-84F8-1001-EAD2-2831B25F6655}"/>
              </a:ext>
            </a:extLst>
          </p:cNvPr>
          <p:cNvSpPr txBox="1"/>
          <p:nvPr/>
        </p:nvSpPr>
        <p:spPr>
          <a:xfrm>
            <a:off x="5850467" y="698732"/>
            <a:ext cx="2389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69FBC-BF5F-D71D-E02B-1F5D108E5A05}"/>
              </a:ext>
            </a:extLst>
          </p:cNvPr>
          <p:cNvSpPr txBox="1"/>
          <p:nvPr/>
        </p:nvSpPr>
        <p:spPr>
          <a:xfrm>
            <a:off x="5818651" y="1247353"/>
            <a:ext cx="4292600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Mobile plans have fixed prices and validity periods.</a:t>
            </a:r>
          </a:p>
          <a:p>
            <a:pPr lvl="0"/>
            <a:r>
              <a:rPr lang="en-IN" dirty="0"/>
              <a:t>Each plan has specific data and call limits.</a:t>
            </a:r>
          </a:p>
          <a:p>
            <a:pPr lvl="0"/>
            <a:r>
              <a:rPr lang="en-IN" dirty="0"/>
              <a:t>Extra charges apply when usage exceeds plan limits.</a:t>
            </a:r>
          </a:p>
          <a:p>
            <a:pPr lvl="0"/>
            <a:r>
              <a:rPr lang="en-IN" dirty="0"/>
              <a:t>The user's budget is fixed.</a:t>
            </a:r>
          </a:p>
          <a:p>
            <a:pPr lvl="0"/>
            <a:r>
              <a:rPr lang="en-IN" dirty="0"/>
              <a:t>The cheapest plan that meets all requirements is selected.</a:t>
            </a:r>
          </a:p>
        </p:txBody>
      </p:sp>
    </p:spTree>
    <p:extLst>
      <p:ext uri="{BB962C8B-B14F-4D97-AF65-F5344CB8AC3E}">
        <p14:creationId xmlns:p14="http://schemas.microsoft.com/office/powerpoint/2010/main" val="355410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29E9C-60B5-BBC4-9228-78C3B50CDC4D}"/>
              </a:ext>
            </a:extLst>
          </p:cNvPr>
          <p:cNvSpPr txBox="1"/>
          <p:nvPr/>
        </p:nvSpPr>
        <p:spPr>
          <a:xfrm>
            <a:off x="364067" y="228600"/>
            <a:ext cx="5310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04- Algorithm &amp; Flowchart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3A808-F16B-7167-74EA-0A4E002AA5E3}"/>
              </a:ext>
            </a:extLst>
          </p:cNvPr>
          <p:cNvSpPr txBox="1"/>
          <p:nvPr/>
        </p:nvSpPr>
        <p:spPr>
          <a:xfrm>
            <a:off x="558800" y="821267"/>
            <a:ext cx="210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8CBE2-6897-79DC-941B-5FB25BCD7CB0}"/>
              </a:ext>
            </a:extLst>
          </p:cNvPr>
          <p:cNvSpPr txBox="1"/>
          <p:nvPr/>
        </p:nvSpPr>
        <p:spPr>
          <a:xfrm>
            <a:off x="558800" y="1439332"/>
            <a:ext cx="493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008F0-84A7-303A-A0F2-1E1BB81B70AB}"/>
              </a:ext>
            </a:extLst>
          </p:cNvPr>
          <p:cNvSpPr txBox="1"/>
          <p:nvPr/>
        </p:nvSpPr>
        <p:spPr>
          <a:xfrm>
            <a:off x="643467" y="1475490"/>
            <a:ext cx="4851400" cy="258532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usage details and budget.</a:t>
            </a:r>
          </a:p>
          <a:p>
            <a:pPr lvl="0"/>
            <a:r>
              <a:rPr lang="en-IN" dirty="0"/>
              <a:t>Select available mobile plans.</a:t>
            </a:r>
          </a:p>
          <a:p>
            <a:pPr lvl="0"/>
            <a:r>
              <a:rPr lang="en-IN" dirty="0"/>
              <a:t>Calculate extra charges for each plan.</a:t>
            </a:r>
          </a:p>
          <a:p>
            <a:pPr lvl="0"/>
            <a:r>
              <a:rPr lang="en-IN" dirty="0"/>
              <a:t>Calculate the total cost of each plan.</a:t>
            </a:r>
          </a:p>
          <a:p>
            <a:pPr lvl="0"/>
            <a:r>
              <a:rPr lang="en-IN" dirty="0"/>
              <a:t>Check plans based on budget and validity.</a:t>
            </a:r>
          </a:p>
          <a:p>
            <a:pPr lvl="0"/>
            <a:r>
              <a:rPr lang="en-IN" dirty="0"/>
              <a:t>Select the cheapest eligible plan.</a:t>
            </a:r>
          </a:p>
          <a:p>
            <a:pPr lvl="0"/>
            <a:r>
              <a:rPr lang="en-IN" dirty="0"/>
              <a:t>Display the best plan and its total cost.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6A195-0628-252E-351E-D52B09AE6FEC}"/>
              </a:ext>
            </a:extLst>
          </p:cNvPr>
          <p:cNvSpPr txBox="1"/>
          <p:nvPr/>
        </p:nvSpPr>
        <p:spPr>
          <a:xfrm>
            <a:off x="5884336" y="821267"/>
            <a:ext cx="6138331" cy="590931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Start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Enter Usage and Budget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Select Mobile Plans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Calculate Total Cost and Extra Charges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Budget and Validity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Choose Cheapest Eligible Plan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Display Best Plan and Cost</a:t>
            </a:r>
          </a:p>
          <a:p>
            <a:endParaRPr lang="en-IN" dirty="0"/>
          </a:p>
          <a:p>
            <a:r>
              <a:rPr lang="en-IN" dirty="0"/>
              <a:t>             Stop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5F6CAE7-19EA-B550-CA64-186295989D09}"/>
              </a:ext>
            </a:extLst>
          </p:cNvPr>
          <p:cNvSpPr/>
          <p:nvPr/>
        </p:nvSpPr>
        <p:spPr>
          <a:xfrm>
            <a:off x="6612468" y="2006601"/>
            <a:ext cx="228600" cy="5588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9CE44FF-3238-143A-6146-67D3A35B480C}"/>
              </a:ext>
            </a:extLst>
          </p:cNvPr>
          <p:cNvSpPr/>
          <p:nvPr/>
        </p:nvSpPr>
        <p:spPr>
          <a:xfrm>
            <a:off x="6612469" y="2853269"/>
            <a:ext cx="228600" cy="57573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42F239E-588B-A410-8487-A08E549E1DE8}"/>
              </a:ext>
            </a:extLst>
          </p:cNvPr>
          <p:cNvSpPr/>
          <p:nvPr/>
        </p:nvSpPr>
        <p:spPr>
          <a:xfrm>
            <a:off x="6612468" y="3699937"/>
            <a:ext cx="228600" cy="5588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28D4972-8373-9908-8331-4FF32C975223}"/>
              </a:ext>
            </a:extLst>
          </p:cNvPr>
          <p:cNvSpPr/>
          <p:nvPr/>
        </p:nvSpPr>
        <p:spPr>
          <a:xfrm>
            <a:off x="6612469" y="4521206"/>
            <a:ext cx="228600" cy="5588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2175EF1-0CD8-4704-A2D9-8219E5DF2AAA}"/>
              </a:ext>
            </a:extLst>
          </p:cNvPr>
          <p:cNvSpPr/>
          <p:nvPr/>
        </p:nvSpPr>
        <p:spPr>
          <a:xfrm>
            <a:off x="6680203" y="5350943"/>
            <a:ext cx="160865" cy="49443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8E7D4D-005F-9821-FD72-016F3DE8884B}"/>
              </a:ext>
            </a:extLst>
          </p:cNvPr>
          <p:cNvSpPr txBox="1"/>
          <p:nvPr/>
        </p:nvSpPr>
        <p:spPr>
          <a:xfrm>
            <a:off x="5901267" y="279400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FLOWCHART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829FEEE-820F-3DBC-A006-6DCAC3B74F77}"/>
              </a:ext>
            </a:extLst>
          </p:cNvPr>
          <p:cNvSpPr/>
          <p:nvPr/>
        </p:nvSpPr>
        <p:spPr>
          <a:xfrm>
            <a:off x="6680202" y="6036733"/>
            <a:ext cx="160866" cy="36406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921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570ABE-C0F7-38E2-4252-7B4366491BA0}"/>
              </a:ext>
            </a:extLst>
          </p:cNvPr>
          <p:cNvSpPr txBox="1"/>
          <p:nvPr/>
        </p:nvSpPr>
        <p:spPr>
          <a:xfrm>
            <a:off x="186431" y="168676"/>
            <a:ext cx="5987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04 – pseudocode &amp;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50F89-99F6-A7D6-6DDB-FAED233E2430}"/>
              </a:ext>
            </a:extLst>
          </p:cNvPr>
          <p:cNvSpPr txBox="1"/>
          <p:nvPr/>
        </p:nvSpPr>
        <p:spPr>
          <a:xfrm>
            <a:off x="186432" y="630341"/>
            <a:ext cx="2746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B0F22-D283-C910-A2C8-40FD94711F57}"/>
              </a:ext>
            </a:extLst>
          </p:cNvPr>
          <p:cNvSpPr txBox="1"/>
          <p:nvPr/>
        </p:nvSpPr>
        <p:spPr>
          <a:xfrm>
            <a:off x="381740" y="1269507"/>
            <a:ext cx="4793942" cy="39703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usage, validity, budget</a:t>
            </a:r>
          </a:p>
          <a:p>
            <a:r>
              <a:rPr lang="en-US" dirty="0"/>
              <a:t>INPUT mobile plans</a:t>
            </a:r>
          </a:p>
          <a:p>
            <a:endParaRPr lang="en-US" dirty="0"/>
          </a:p>
          <a:p>
            <a:r>
              <a:rPr lang="en-US" dirty="0"/>
              <a:t>FOR each plan</a:t>
            </a:r>
          </a:p>
          <a:p>
            <a:r>
              <a:rPr lang="en-US" dirty="0"/>
              <a:t>    CALCULATE extra charges</a:t>
            </a:r>
          </a:p>
          <a:p>
            <a:r>
              <a:rPr lang="en-US" dirty="0"/>
              <a:t>    CALCULATE total cost</a:t>
            </a:r>
          </a:p>
          <a:p>
            <a:r>
              <a:rPr lang="en-US" dirty="0"/>
              <a:t>END FOR</a:t>
            </a:r>
          </a:p>
          <a:p>
            <a:endParaRPr lang="en-US" dirty="0"/>
          </a:p>
          <a:p>
            <a:r>
              <a:rPr lang="en-US" dirty="0"/>
              <a:t>CHECK budget and validity</a:t>
            </a:r>
          </a:p>
          <a:p>
            <a:r>
              <a:rPr lang="en-US" dirty="0"/>
              <a:t>SELECT cheapest eligible plan</a:t>
            </a:r>
          </a:p>
          <a:p>
            <a:endParaRPr lang="en-US" dirty="0"/>
          </a:p>
          <a:p>
            <a:r>
              <a:rPr lang="en-US" dirty="0"/>
              <a:t>DISPLAY best plan and total cost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59A0A-2366-A7B8-FD9A-CFB4DE6673FA}"/>
              </a:ext>
            </a:extLst>
          </p:cNvPr>
          <p:cNvSpPr txBox="1"/>
          <p:nvPr/>
        </p:nvSpPr>
        <p:spPr>
          <a:xfrm>
            <a:off x="6604986" y="168676"/>
            <a:ext cx="404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PYTHON SOURCE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F66B4-BE2E-6268-641F-94B2E46D052B}"/>
              </a:ext>
            </a:extLst>
          </p:cNvPr>
          <p:cNvSpPr txBox="1"/>
          <p:nvPr/>
        </p:nvSpPr>
        <p:spPr>
          <a:xfrm>
            <a:off x="6001305" y="772357"/>
            <a:ext cx="5888854" cy="60241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budget = 300</a:t>
            </a:r>
          </a:p>
          <a:p>
            <a:r>
              <a:rPr lang="en-US" dirty="0"/>
              <a:t>usage = 2</a:t>
            </a:r>
          </a:p>
          <a:p>
            <a:endParaRPr lang="en-US" dirty="0"/>
          </a:p>
          <a:p>
            <a:r>
              <a:rPr lang="en-US" dirty="0"/>
              <a:t>plan1 = 199</a:t>
            </a:r>
          </a:p>
          <a:p>
            <a:r>
              <a:rPr lang="en-US" dirty="0"/>
              <a:t>plan2 = 249</a:t>
            </a:r>
          </a:p>
          <a:p>
            <a:r>
              <a:rPr lang="en-US" dirty="0"/>
              <a:t>plan3 = 349</a:t>
            </a:r>
          </a:p>
          <a:p>
            <a:endParaRPr lang="en-US" dirty="0"/>
          </a:p>
          <a:p>
            <a:r>
              <a:rPr lang="en-US" dirty="0"/>
              <a:t>if plan1 &lt;= budget:</a:t>
            </a:r>
          </a:p>
          <a:p>
            <a:r>
              <a:rPr lang="en-US" dirty="0"/>
              <a:t>    best = plan1</a:t>
            </a:r>
          </a:p>
          <a:p>
            <a:r>
              <a:rPr lang="en-US" dirty="0" err="1"/>
              <a:t>elif</a:t>
            </a:r>
            <a:r>
              <a:rPr lang="en-US" dirty="0"/>
              <a:t> plan2 &lt;= budget:</a:t>
            </a:r>
          </a:p>
          <a:p>
            <a:r>
              <a:rPr lang="en-US" dirty="0"/>
              <a:t>    best = plan2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best = plan3</a:t>
            </a:r>
          </a:p>
          <a:p>
            <a:endParaRPr lang="en-US" dirty="0"/>
          </a:p>
          <a:p>
            <a:r>
              <a:rPr lang="en-US" dirty="0"/>
              <a:t>print("Best Plan:", best)</a:t>
            </a:r>
          </a:p>
          <a:p>
            <a:r>
              <a:rPr lang="en-US" dirty="0"/>
              <a:t>print("Budget:", budget)</a:t>
            </a:r>
          </a:p>
          <a:p>
            <a:endParaRPr lang="en-US" dirty="0"/>
          </a:p>
          <a:p>
            <a:r>
              <a:rPr lang="en-US" dirty="0"/>
              <a:t>if best &lt;= budget:</a:t>
            </a:r>
          </a:p>
          <a:p>
            <a:r>
              <a:rPr lang="en-US" dirty="0"/>
              <a:t>    print("Plan is Eligible")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print("No Plan Available")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967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2539C-D881-49B0-2B44-C8C8A72E9828}"/>
              </a:ext>
            </a:extLst>
          </p:cNvPr>
          <p:cNvSpPr txBox="1"/>
          <p:nvPr/>
        </p:nvSpPr>
        <p:spPr>
          <a:xfrm>
            <a:off x="275208" y="204187"/>
            <a:ext cx="5216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>
                <a:solidFill>
                  <a:schemeClr val="accent2"/>
                </a:solidFill>
              </a:rPr>
              <a:t>Case Study 04 – Testing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5F416-F06A-F5C7-D1D5-B8BC8FF1F4B2}"/>
              </a:ext>
            </a:extLst>
          </p:cNvPr>
          <p:cNvSpPr txBox="1"/>
          <p:nvPr/>
        </p:nvSpPr>
        <p:spPr>
          <a:xfrm>
            <a:off x="275208" y="665852"/>
            <a:ext cx="6295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51401D-3A74-0123-19A8-26834E163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26906"/>
              </p:ext>
            </p:extLst>
          </p:nvPr>
        </p:nvGraphicFramePr>
        <p:xfrm>
          <a:off x="497151" y="1189072"/>
          <a:ext cx="5317725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9675">
                  <a:extLst>
                    <a:ext uri="{9D8B030D-6E8A-4147-A177-3AD203B41FA5}">
                      <a16:colId xmlns:a16="http://schemas.microsoft.com/office/drawing/2014/main" val="4227525962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1764063093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433885513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55797218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2878228879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1761305661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3723700499"/>
                    </a:ext>
                  </a:extLst>
                </a:gridCol>
              </a:tblGrid>
              <a:tr h="109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Budget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Plan 1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Plan 2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Plan 3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Best Plan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Expected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658422"/>
                  </a:ext>
                </a:extLst>
              </a:tr>
              <a:tr h="109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Plan is Eligible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038290"/>
                  </a:ext>
                </a:extLst>
              </a:tr>
              <a:tr h="109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 Plan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501052"/>
                  </a:ext>
                </a:extLst>
              </a:tr>
              <a:tr h="109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Plan is Eligible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0762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C9F77D1-DD15-E68B-FB4F-9167A9B53C87}"/>
              </a:ext>
            </a:extLst>
          </p:cNvPr>
          <p:cNvSpPr txBox="1"/>
          <p:nvPr/>
        </p:nvSpPr>
        <p:spPr>
          <a:xfrm>
            <a:off x="6676009" y="568171"/>
            <a:ext cx="4069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OUTPUT SCREENSHOT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E367CF-F060-0B1D-03AF-D9BD6BEC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87" r="4165"/>
          <a:stretch>
            <a:fillRect/>
          </a:stretch>
        </p:blipFill>
        <p:spPr>
          <a:xfrm>
            <a:off x="6419453" y="1322773"/>
            <a:ext cx="5103763" cy="23995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91B007-C06E-5E8E-162D-CA30A2E18F13}"/>
              </a:ext>
            </a:extLst>
          </p:cNvPr>
          <p:cNvSpPr txBox="1"/>
          <p:nvPr/>
        </p:nvSpPr>
        <p:spPr>
          <a:xfrm>
            <a:off x="6303146" y="3790765"/>
            <a:ext cx="187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A79F6F-A84B-88E9-D3FE-4D3344F465BB}"/>
              </a:ext>
            </a:extLst>
          </p:cNvPr>
          <p:cNvSpPr txBox="1"/>
          <p:nvPr/>
        </p:nvSpPr>
        <p:spPr>
          <a:xfrm>
            <a:off x="6303147" y="4160097"/>
            <a:ext cx="5521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The program compares mobile plans and selects the cheapest plan within the user's budget.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004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E5BE7-D3BF-6239-04E3-77194EC15128}"/>
              </a:ext>
            </a:extLst>
          </p:cNvPr>
          <p:cNvSpPr txBox="1"/>
          <p:nvPr/>
        </p:nvSpPr>
        <p:spPr>
          <a:xfrm>
            <a:off x="346229" y="150920"/>
            <a:ext cx="773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05 - </a:t>
            </a:r>
            <a:r>
              <a:rPr lang="en-US" sz="2400" dirty="0"/>
              <a:t>Railway Fare and Reservation Calculator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B0028-9F8E-14B8-43EB-BA6E9C658C5A}"/>
              </a:ext>
            </a:extLst>
          </p:cNvPr>
          <p:cNvSpPr txBox="1"/>
          <p:nvPr/>
        </p:nvSpPr>
        <p:spPr>
          <a:xfrm>
            <a:off x="346229" y="683607"/>
            <a:ext cx="2274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5EC84-0201-B387-B175-5F1859EA5FCC}"/>
              </a:ext>
            </a:extLst>
          </p:cNvPr>
          <p:cNvSpPr txBox="1"/>
          <p:nvPr/>
        </p:nvSpPr>
        <p:spPr>
          <a:xfrm>
            <a:off x="346229" y="1206827"/>
            <a:ext cx="3906175" cy="2969389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calculate railway fares based on travel distance.</a:t>
            </a:r>
          </a:p>
          <a:p>
            <a:pPr lvl="0"/>
            <a:r>
              <a:rPr lang="en-IN" dirty="0"/>
              <a:t>To apply different fares for different travel classes.</a:t>
            </a:r>
          </a:p>
          <a:p>
            <a:pPr lvl="0"/>
            <a:r>
              <a:rPr lang="en-IN" dirty="0"/>
              <a:t>To provide age-based concessions for eligible passengers.</a:t>
            </a:r>
          </a:p>
          <a:p>
            <a:pPr lvl="0"/>
            <a:r>
              <a:rPr lang="en-IN" dirty="0"/>
              <a:t>To add reservation fees to the total fare.</a:t>
            </a:r>
          </a:p>
          <a:p>
            <a:pPr lvl="0"/>
            <a:r>
              <a:rPr lang="en-IN" dirty="0"/>
              <a:t>To calculate cancellation penalties and display the final fare.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6D018-5284-DD96-7536-1BF19ADF78A5}"/>
              </a:ext>
            </a:extLst>
          </p:cNvPr>
          <p:cNvSpPr txBox="1"/>
          <p:nvPr/>
        </p:nvSpPr>
        <p:spPr>
          <a:xfrm>
            <a:off x="4811697" y="752543"/>
            <a:ext cx="2313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18AC2-4303-6429-39EE-235760319A63}"/>
              </a:ext>
            </a:extLst>
          </p:cNvPr>
          <p:cNvSpPr txBox="1"/>
          <p:nvPr/>
        </p:nvSpPr>
        <p:spPr>
          <a:xfrm>
            <a:off x="4882718" y="1275763"/>
            <a:ext cx="4767309" cy="2862322"/>
          </a:xfrm>
          <a:prstGeom prst="rect">
            <a:avLst/>
          </a:prstGeom>
          <a:solidFill>
            <a:schemeClr val="accent6">
              <a:lumMod val="5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Travel distance and passenger details are given as input.</a:t>
            </a:r>
          </a:p>
          <a:p>
            <a:pPr lvl="0"/>
            <a:r>
              <a:rPr lang="en-IN" dirty="0"/>
              <a:t>Fare rates vary according to distance slabs and travel classes.</a:t>
            </a:r>
          </a:p>
          <a:p>
            <a:pPr lvl="0"/>
            <a:r>
              <a:rPr lang="en-IN" dirty="0"/>
              <a:t>Age-based concessions are provided to eligible passengers.</a:t>
            </a:r>
          </a:p>
          <a:p>
            <a:pPr lvl="0"/>
            <a:r>
              <a:rPr lang="en-IN" dirty="0"/>
              <a:t>Reservation fees are fixed for each travel class.</a:t>
            </a:r>
          </a:p>
          <a:p>
            <a:pPr lvl="0"/>
            <a:r>
              <a:rPr lang="en-IN" dirty="0"/>
              <a:t>Cancellation penalties are calculated according to fixed rules.</a:t>
            </a:r>
          </a:p>
        </p:txBody>
      </p:sp>
    </p:spTree>
    <p:extLst>
      <p:ext uri="{BB962C8B-B14F-4D97-AF65-F5344CB8AC3E}">
        <p14:creationId xmlns:p14="http://schemas.microsoft.com/office/powerpoint/2010/main" val="1826433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A3F11E-8783-CBC8-CA7A-AE9092847140}"/>
              </a:ext>
            </a:extLst>
          </p:cNvPr>
          <p:cNvSpPr txBox="1"/>
          <p:nvPr/>
        </p:nvSpPr>
        <p:spPr>
          <a:xfrm>
            <a:off x="204186" y="195309"/>
            <a:ext cx="518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05-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FD01C-81FC-2FFD-145A-3017B894F4EB}"/>
              </a:ext>
            </a:extLst>
          </p:cNvPr>
          <p:cNvSpPr txBox="1"/>
          <p:nvPr/>
        </p:nvSpPr>
        <p:spPr>
          <a:xfrm>
            <a:off x="204186" y="656974"/>
            <a:ext cx="227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8A6B7-42A4-10C4-08C1-857BB63FB62F}"/>
              </a:ext>
            </a:extLst>
          </p:cNvPr>
          <p:cNvSpPr txBox="1"/>
          <p:nvPr/>
        </p:nvSpPr>
        <p:spPr>
          <a:xfrm>
            <a:off x="310719" y="1180195"/>
            <a:ext cx="4048218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passenger details, age, distance, and travel class.</a:t>
            </a:r>
          </a:p>
          <a:p>
            <a:pPr lvl="0"/>
            <a:r>
              <a:rPr lang="en-IN" dirty="0"/>
              <a:t>Calculate the fare based on distance slabs.</a:t>
            </a:r>
          </a:p>
          <a:p>
            <a:pPr lvl="0"/>
            <a:r>
              <a:rPr lang="en-IN" dirty="0"/>
              <a:t>Apply the travel class fare and age-based concession.</a:t>
            </a:r>
          </a:p>
          <a:p>
            <a:pPr lvl="0"/>
            <a:r>
              <a:rPr lang="en-IN" dirty="0"/>
              <a:t>Add the reservation fee.</a:t>
            </a:r>
          </a:p>
          <a:p>
            <a:pPr lvl="0"/>
            <a:r>
              <a:rPr lang="en-IN" dirty="0"/>
              <a:t>Calculate the cancellation penalty if applicable.</a:t>
            </a:r>
          </a:p>
          <a:p>
            <a:pPr lvl="0"/>
            <a:r>
              <a:rPr lang="en-IN" dirty="0"/>
              <a:t>Display the final fare.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2CF53-3BA6-18B2-C77F-8D3E994C27BC}"/>
              </a:ext>
            </a:extLst>
          </p:cNvPr>
          <p:cNvSpPr txBox="1"/>
          <p:nvPr/>
        </p:nvSpPr>
        <p:spPr>
          <a:xfrm>
            <a:off x="5486400" y="727969"/>
            <a:ext cx="2221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FLOWCHART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CB428-DD49-991A-8B33-E559E169BE8D}"/>
              </a:ext>
            </a:extLst>
          </p:cNvPr>
          <p:cNvSpPr txBox="1"/>
          <p:nvPr/>
        </p:nvSpPr>
        <p:spPr>
          <a:xfrm>
            <a:off x="5333257" y="1393570"/>
            <a:ext cx="4749553" cy="4247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                          Start</a:t>
            </a:r>
          </a:p>
          <a:p>
            <a:endParaRPr lang="en-IN" dirty="0"/>
          </a:p>
          <a:p>
            <a:r>
              <a:rPr lang="en-IN" dirty="0"/>
              <a:t>Enter Passenger Details, Age and Distance</a:t>
            </a:r>
          </a:p>
          <a:p>
            <a:endParaRPr lang="en-IN" dirty="0"/>
          </a:p>
          <a:p>
            <a:r>
              <a:rPr lang="en-IN" dirty="0"/>
              <a:t>                    Select Travel Class</a:t>
            </a:r>
          </a:p>
          <a:p>
            <a:endParaRPr lang="en-IN" dirty="0"/>
          </a:p>
          <a:p>
            <a:r>
              <a:rPr lang="en-IN" dirty="0"/>
              <a:t>       Calculate Fare Based on Distance</a:t>
            </a:r>
          </a:p>
          <a:p>
            <a:endParaRPr lang="en-IN" dirty="0"/>
          </a:p>
          <a:p>
            <a:r>
              <a:rPr lang="en-IN" dirty="0"/>
              <a:t>Apply Age Concession and Reservation Fee</a:t>
            </a:r>
          </a:p>
          <a:p>
            <a:endParaRPr lang="en-IN" dirty="0"/>
          </a:p>
          <a:p>
            <a:r>
              <a:rPr lang="en-IN" dirty="0"/>
              <a:t>Calculate Cancellation Penalty (If Applicable)</a:t>
            </a:r>
          </a:p>
          <a:p>
            <a:endParaRPr lang="en-IN" dirty="0"/>
          </a:p>
          <a:p>
            <a:r>
              <a:rPr lang="en-IN" dirty="0"/>
              <a:t>                      Display Final Fare</a:t>
            </a:r>
          </a:p>
          <a:p>
            <a:endParaRPr lang="en-IN" dirty="0"/>
          </a:p>
          <a:p>
            <a:r>
              <a:rPr lang="en-IN" dirty="0"/>
              <a:t>                                  Stop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0A14FCB-CDE4-4EFF-1DB9-F1873826DA8A}"/>
              </a:ext>
            </a:extLst>
          </p:cNvPr>
          <p:cNvSpPr/>
          <p:nvPr/>
        </p:nvSpPr>
        <p:spPr>
          <a:xfrm>
            <a:off x="7102136" y="1731146"/>
            <a:ext cx="248576" cy="32847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7CACBE5-3510-406C-C00B-346AB72F6768}"/>
              </a:ext>
            </a:extLst>
          </p:cNvPr>
          <p:cNvSpPr/>
          <p:nvPr/>
        </p:nvSpPr>
        <p:spPr>
          <a:xfrm>
            <a:off x="7102136" y="2246052"/>
            <a:ext cx="248576" cy="32847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33DAB73-3B18-88A6-56F6-D46B54D2B67E}"/>
              </a:ext>
            </a:extLst>
          </p:cNvPr>
          <p:cNvSpPr/>
          <p:nvPr/>
        </p:nvSpPr>
        <p:spPr>
          <a:xfrm>
            <a:off x="7102136" y="2831977"/>
            <a:ext cx="248576" cy="25801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8D7F6AE-FB7D-C7A2-5F2D-947FD12BEBB6}"/>
              </a:ext>
            </a:extLst>
          </p:cNvPr>
          <p:cNvSpPr/>
          <p:nvPr/>
        </p:nvSpPr>
        <p:spPr>
          <a:xfrm>
            <a:off x="7102136" y="3347444"/>
            <a:ext cx="248576" cy="33957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875A4E5-0B6C-E26A-5B29-C57AA554FFEC}"/>
              </a:ext>
            </a:extLst>
          </p:cNvPr>
          <p:cNvSpPr/>
          <p:nvPr/>
        </p:nvSpPr>
        <p:spPr>
          <a:xfrm>
            <a:off x="7102136" y="3944466"/>
            <a:ext cx="186430" cy="23360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658A9C5-FFCE-87B1-9F10-F3212C316E0F}"/>
              </a:ext>
            </a:extLst>
          </p:cNvPr>
          <p:cNvSpPr/>
          <p:nvPr/>
        </p:nvSpPr>
        <p:spPr>
          <a:xfrm>
            <a:off x="7102137" y="4434959"/>
            <a:ext cx="186430" cy="33235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36D6FF0-A60D-2E33-D66A-BEE41240E899}"/>
              </a:ext>
            </a:extLst>
          </p:cNvPr>
          <p:cNvSpPr/>
          <p:nvPr/>
        </p:nvSpPr>
        <p:spPr>
          <a:xfrm>
            <a:off x="7039992" y="5021450"/>
            <a:ext cx="310720" cy="25801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214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5A884D-9263-2F4F-CD20-542873F36F22}"/>
              </a:ext>
            </a:extLst>
          </p:cNvPr>
          <p:cNvSpPr txBox="1"/>
          <p:nvPr/>
        </p:nvSpPr>
        <p:spPr>
          <a:xfrm>
            <a:off x="230819" y="266330"/>
            <a:ext cx="5987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05 – pseudocode &amp; python code</a:t>
            </a:r>
          </a:p>
          <a:p>
            <a:pPr algn="l"/>
            <a:r>
              <a:rPr lang="en-IN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224E4-AC82-11DD-7927-7D8609D84E8B}"/>
              </a:ext>
            </a:extLst>
          </p:cNvPr>
          <p:cNvSpPr txBox="1"/>
          <p:nvPr/>
        </p:nvSpPr>
        <p:spPr>
          <a:xfrm>
            <a:off x="408373" y="967666"/>
            <a:ext cx="2507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AB609-08CE-7BDE-1B31-D7335E97880F}"/>
              </a:ext>
            </a:extLst>
          </p:cNvPr>
          <p:cNvSpPr txBox="1"/>
          <p:nvPr/>
        </p:nvSpPr>
        <p:spPr>
          <a:xfrm>
            <a:off x="479395" y="1562470"/>
            <a:ext cx="3551067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age, distance, class</a:t>
            </a:r>
          </a:p>
          <a:p>
            <a:r>
              <a:rPr lang="en-US" dirty="0"/>
              <a:t>CALCULATE fare</a:t>
            </a:r>
          </a:p>
          <a:p>
            <a:r>
              <a:rPr lang="en-US" dirty="0"/>
              <a:t>APPLY age concession</a:t>
            </a:r>
          </a:p>
          <a:p>
            <a:r>
              <a:rPr lang="en-US" dirty="0"/>
              <a:t>ADD reservation fee</a:t>
            </a:r>
          </a:p>
          <a:p>
            <a:r>
              <a:rPr lang="en-US" dirty="0"/>
              <a:t>CALCULATE cancellation penalty</a:t>
            </a:r>
          </a:p>
          <a:p>
            <a:r>
              <a:rPr lang="en-US" dirty="0"/>
              <a:t>DISPLAY final fare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B93B8-CF7B-BD4F-33A5-03911A910390}"/>
              </a:ext>
            </a:extLst>
          </p:cNvPr>
          <p:cNvSpPr txBox="1"/>
          <p:nvPr/>
        </p:nvSpPr>
        <p:spPr>
          <a:xfrm>
            <a:off x="5859262" y="905522"/>
            <a:ext cx="4201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EA7C7-CDC1-A557-0E16-692B2F175579}"/>
              </a:ext>
            </a:extLst>
          </p:cNvPr>
          <p:cNvSpPr txBox="1"/>
          <p:nvPr/>
        </p:nvSpPr>
        <p:spPr>
          <a:xfrm>
            <a:off x="5930283" y="1428742"/>
            <a:ext cx="5628444" cy="50783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distance = 300</a:t>
            </a:r>
          </a:p>
          <a:p>
            <a:r>
              <a:rPr lang="en-US" dirty="0"/>
              <a:t>age = 65</a:t>
            </a:r>
          </a:p>
          <a:p>
            <a:r>
              <a:rPr lang="en-US" dirty="0"/>
              <a:t>fare = distance * 2</a:t>
            </a:r>
          </a:p>
          <a:p>
            <a:endParaRPr lang="en-US" dirty="0"/>
          </a:p>
          <a:p>
            <a:r>
              <a:rPr lang="en-US" dirty="0"/>
              <a:t>if age &gt;= 60:</a:t>
            </a:r>
          </a:p>
          <a:p>
            <a:r>
              <a:rPr lang="en-US" dirty="0"/>
              <a:t>    fare = fare * 0.5</a:t>
            </a:r>
          </a:p>
          <a:p>
            <a:endParaRPr lang="en-US" dirty="0"/>
          </a:p>
          <a:p>
            <a:r>
              <a:rPr lang="en-US" dirty="0" err="1"/>
              <a:t>reservation_fee</a:t>
            </a:r>
            <a:r>
              <a:rPr lang="en-US" dirty="0"/>
              <a:t> = 50</a:t>
            </a:r>
          </a:p>
          <a:p>
            <a:r>
              <a:rPr lang="en-US" dirty="0"/>
              <a:t>total = fare + </a:t>
            </a:r>
            <a:r>
              <a:rPr lang="en-US" dirty="0" err="1"/>
              <a:t>reservation_fee</a:t>
            </a:r>
            <a:endParaRPr lang="en-US" dirty="0"/>
          </a:p>
          <a:p>
            <a:endParaRPr lang="en-US" dirty="0"/>
          </a:p>
          <a:p>
            <a:r>
              <a:rPr lang="en-US" dirty="0"/>
              <a:t>cancel = "no"</a:t>
            </a:r>
          </a:p>
          <a:p>
            <a:endParaRPr lang="en-US" dirty="0"/>
          </a:p>
          <a:p>
            <a:r>
              <a:rPr lang="en-US" dirty="0"/>
              <a:t>if cancel == "yes":</a:t>
            </a:r>
          </a:p>
          <a:p>
            <a:r>
              <a:rPr lang="en-US" dirty="0"/>
              <a:t>    total = total - 100</a:t>
            </a:r>
          </a:p>
          <a:p>
            <a:endParaRPr lang="en-US" dirty="0"/>
          </a:p>
          <a:p>
            <a:r>
              <a:rPr lang="en-US" dirty="0"/>
              <a:t>print("Ticket Fare:", fare)</a:t>
            </a:r>
          </a:p>
          <a:p>
            <a:r>
              <a:rPr lang="en-US" dirty="0"/>
              <a:t>print("Reservation Fee:", </a:t>
            </a:r>
            <a:r>
              <a:rPr lang="en-US" dirty="0" err="1"/>
              <a:t>reservation_fee</a:t>
            </a:r>
            <a:r>
              <a:rPr lang="en-US" dirty="0"/>
              <a:t>)</a:t>
            </a:r>
          </a:p>
          <a:p>
            <a:r>
              <a:rPr lang="en-US" dirty="0"/>
              <a:t>print("Final Fare:", total)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04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6899D-1D24-7EB4-F253-483367B53957}"/>
              </a:ext>
            </a:extLst>
          </p:cNvPr>
          <p:cNvSpPr txBox="1"/>
          <p:nvPr/>
        </p:nvSpPr>
        <p:spPr>
          <a:xfrm>
            <a:off x="399495" y="292963"/>
            <a:ext cx="5190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05 – Testing &amp;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5BCD-4A77-00D5-E250-3E4C3CC1C8A6}"/>
              </a:ext>
            </a:extLst>
          </p:cNvPr>
          <p:cNvSpPr txBox="1"/>
          <p:nvPr/>
        </p:nvSpPr>
        <p:spPr>
          <a:xfrm>
            <a:off x="399494" y="754629"/>
            <a:ext cx="6045693" cy="53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A54755-0D98-F260-2A94-4799D48DA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94202"/>
              </p:ext>
            </p:extLst>
          </p:nvPr>
        </p:nvGraphicFramePr>
        <p:xfrm>
          <a:off x="532660" y="1376038"/>
          <a:ext cx="5056912" cy="2759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28">
                  <a:extLst>
                    <a:ext uri="{9D8B030D-6E8A-4147-A177-3AD203B41FA5}">
                      <a16:colId xmlns:a16="http://schemas.microsoft.com/office/drawing/2014/main" val="3303584273"/>
                    </a:ext>
                  </a:extLst>
                </a:gridCol>
                <a:gridCol w="1264228">
                  <a:extLst>
                    <a:ext uri="{9D8B030D-6E8A-4147-A177-3AD203B41FA5}">
                      <a16:colId xmlns:a16="http://schemas.microsoft.com/office/drawing/2014/main" val="4176418630"/>
                    </a:ext>
                  </a:extLst>
                </a:gridCol>
                <a:gridCol w="1264228">
                  <a:extLst>
                    <a:ext uri="{9D8B030D-6E8A-4147-A177-3AD203B41FA5}">
                      <a16:colId xmlns:a16="http://schemas.microsoft.com/office/drawing/2014/main" val="1001062439"/>
                    </a:ext>
                  </a:extLst>
                </a:gridCol>
                <a:gridCol w="1264228">
                  <a:extLst>
                    <a:ext uri="{9D8B030D-6E8A-4147-A177-3AD203B41FA5}">
                      <a16:colId xmlns:a16="http://schemas.microsoft.com/office/drawing/2014/main" val="2404991535"/>
                    </a:ext>
                  </a:extLst>
                </a:gridCol>
              </a:tblGrid>
              <a:tr h="94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Final Fare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394069"/>
                  </a:ext>
                </a:extLst>
              </a:tr>
              <a:tr h="606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256909"/>
                  </a:ext>
                </a:extLst>
              </a:tr>
              <a:tr h="606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934706"/>
                  </a:ext>
                </a:extLst>
              </a:tr>
              <a:tr h="606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5244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0BA2E0-D536-E446-5118-387876A64264}"/>
              </a:ext>
            </a:extLst>
          </p:cNvPr>
          <p:cNvSpPr txBox="1"/>
          <p:nvPr/>
        </p:nvSpPr>
        <p:spPr>
          <a:xfrm>
            <a:off x="6897950" y="754628"/>
            <a:ext cx="3802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F8502C-4CFA-DFF9-5060-BF0E1C18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29" t="19394" r="6429"/>
          <a:stretch>
            <a:fillRect/>
          </a:stretch>
        </p:blipFill>
        <p:spPr>
          <a:xfrm>
            <a:off x="7038833" y="1306255"/>
            <a:ext cx="3534471" cy="1925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D30090-EC25-2B17-7378-1AC9F9D0CDB8}"/>
              </a:ext>
            </a:extLst>
          </p:cNvPr>
          <p:cNvSpPr txBox="1"/>
          <p:nvPr/>
        </p:nvSpPr>
        <p:spPr>
          <a:xfrm>
            <a:off x="532660" y="4145189"/>
            <a:ext cx="2582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8C4EE-9FD8-0869-8972-E1237FDA1AD5}"/>
              </a:ext>
            </a:extLst>
          </p:cNvPr>
          <p:cNvSpPr txBox="1"/>
          <p:nvPr/>
        </p:nvSpPr>
        <p:spPr>
          <a:xfrm>
            <a:off x="532661" y="4668409"/>
            <a:ext cx="11292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program calculates railway fares based on distance, applies age concessions, adds reservation fees, and displays the final fare.</a:t>
            </a:r>
          </a:p>
        </p:txBody>
      </p:sp>
    </p:spTree>
    <p:extLst>
      <p:ext uri="{BB962C8B-B14F-4D97-AF65-F5344CB8AC3E}">
        <p14:creationId xmlns:p14="http://schemas.microsoft.com/office/powerpoint/2010/main" val="354934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7D4B9-EF12-9BBA-2B32-6ED61D6159A6}"/>
              </a:ext>
            </a:extLst>
          </p:cNvPr>
          <p:cNvSpPr txBox="1"/>
          <p:nvPr/>
        </p:nvSpPr>
        <p:spPr>
          <a:xfrm>
            <a:off x="133165" y="195309"/>
            <a:ext cx="7994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06 - </a:t>
            </a:r>
            <a:r>
              <a:rPr lang="en-US" sz="2400" dirty="0"/>
              <a:t>Retail Billing with Multiple Discount Rules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7FB79-30C5-61CA-8C68-7B187B846532}"/>
              </a:ext>
            </a:extLst>
          </p:cNvPr>
          <p:cNvSpPr txBox="1"/>
          <p:nvPr/>
        </p:nvSpPr>
        <p:spPr>
          <a:xfrm>
            <a:off x="195309" y="656974"/>
            <a:ext cx="2567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77BB2-248B-6AC3-3ED3-760A9A70B6CC}"/>
              </a:ext>
            </a:extLst>
          </p:cNvPr>
          <p:cNvSpPr txBox="1"/>
          <p:nvPr/>
        </p:nvSpPr>
        <p:spPr>
          <a:xfrm>
            <a:off x="195309" y="1180195"/>
            <a:ext cx="4509856" cy="25853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calculate the cost of multiple products based on quantity.</a:t>
            </a:r>
          </a:p>
          <a:p>
            <a:pPr lvl="0"/>
            <a:r>
              <a:rPr lang="en-IN" dirty="0"/>
              <a:t>To apply category-specific taxes to products.</a:t>
            </a:r>
          </a:p>
          <a:p>
            <a:pPr lvl="0"/>
            <a:r>
              <a:rPr lang="en-IN" dirty="0"/>
              <a:t>To provide discounts based on purchase amount.</a:t>
            </a:r>
          </a:p>
          <a:p>
            <a:pPr lvl="0"/>
            <a:r>
              <a:rPr lang="en-IN" dirty="0"/>
              <a:t>To apply maximum concession limits.</a:t>
            </a:r>
          </a:p>
          <a:p>
            <a:pPr lvl="0"/>
            <a:r>
              <a:rPr lang="en-IN" dirty="0"/>
              <a:t>To generate an itemized bill showing the total amount payable.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21DDD-2125-9E4B-669E-FA4F6CFF3576}"/>
              </a:ext>
            </a:extLst>
          </p:cNvPr>
          <p:cNvSpPr txBox="1"/>
          <p:nvPr/>
        </p:nvSpPr>
        <p:spPr>
          <a:xfrm>
            <a:off x="5326602" y="656974"/>
            <a:ext cx="2411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760D5-FC0E-292E-A4C6-57BE64B97A59}"/>
              </a:ext>
            </a:extLst>
          </p:cNvPr>
          <p:cNvSpPr txBox="1"/>
          <p:nvPr/>
        </p:nvSpPr>
        <p:spPr>
          <a:xfrm>
            <a:off x="5504155" y="1358282"/>
            <a:ext cx="5086905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Product names, prices, and quantities are given.</a:t>
            </a:r>
          </a:p>
          <a:p>
            <a:pPr lvl="0"/>
            <a:r>
              <a:rPr lang="en-IN" dirty="0"/>
              <a:t>Taxes vary according to product categories.</a:t>
            </a:r>
          </a:p>
          <a:p>
            <a:pPr lvl="0"/>
            <a:r>
              <a:rPr lang="en-IN" dirty="0"/>
              <a:t>Discounts are applied when the bill reaches a specified amount.</a:t>
            </a:r>
          </a:p>
          <a:p>
            <a:pPr lvl="0"/>
            <a:r>
              <a:rPr lang="en-IN" dirty="0"/>
              <a:t>The maximum discount limit is fixed.</a:t>
            </a:r>
          </a:p>
          <a:p>
            <a:pPr lvl="0"/>
            <a:r>
              <a:rPr lang="en-IN" dirty="0"/>
              <a:t>The final bill includes product costs, taxes, and discounts.</a:t>
            </a:r>
          </a:p>
        </p:txBody>
      </p:sp>
    </p:spTree>
    <p:extLst>
      <p:ext uri="{BB962C8B-B14F-4D97-AF65-F5344CB8AC3E}">
        <p14:creationId xmlns:p14="http://schemas.microsoft.com/office/powerpoint/2010/main" val="2508956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F782E-AA0E-416C-3CDD-0DDE1961251A}"/>
              </a:ext>
            </a:extLst>
          </p:cNvPr>
          <p:cNvSpPr txBox="1"/>
          <p:nvPr/>
        </p:nvSpPr>
        <p:spPr>
          <a:xfrm>
            <a:off x="150920" y="213064"/>
            <a:ext cx="6241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Case Study 06-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7C7C7-9AD2-346E-4DEC-0DF08D91A42A}"/>
              </a:ext>
            </a:extLst>
          </p:cNvPr>
          <p:cNvSpPr txBox="1"/>
          <p:nvPr/>
        </p:nvSpPr>
        <p:spPr>
          <a:xfrm>
            <a:off x="381740" y="958788"/>
            <a:ext cx="210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2D767-1832-540F-CAAF-F679F7CF0368}"/>
              </a:ext>
            </a:extLst>
          </p:cNvPr>
          <p:cNvSpPr txBox="1"/>
          <p:nvPr/>
        </p:nvSpPr>
        <p:spPr>
          <a:xfrm>
            <a:off x="381741" y="1482008"/>
            <a:ext cx="4236128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product details, prices, and quantities.</a:t>
            </a:r>
          </a:p>
          <a:p>
            <a:pPr lvl="0"/>
            <a:r>
              <a:rPr lang="en-IN" dirty="0"/>
              <a:t>Calculate the cost of each product.</a:t>
            </a:r>
          </a:p>
          <a:p>
            <a:pPr lvl="0"/>
            <a:r>
              <a:rPr lang="en-IN" dirty="0"/>
              <a:t>Apply category-specific taxes.</a:t>
            </a:r>
          </a:p>
          <a:p>
            <a:pPr lvl="0"/>
            <a:r>
              <a:rPr lang="en-IN" dirty="0"/>
              <a:t>Calculate discounts </a:t>
            </a:r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based</a:t>
            </a:r>
            <a:r>
              <a:rPr lang="en-IN" dirty="0"/>
              <a:t> on the bill amount.</a:t>
            </a:r>
          </a:p>
          <a:p>
            <a:pPr lvl="0"/>
            <a:r>
              <a:rPr lang="en-IN" dirty="0"/>
              <a:t>Apply the maximum discount limit.</a:t>
            </a:r>
          </a:p>
          <a:p>
            <a:pPr lvl="0"/>
            <a:r>
              <a:rPr lang="en-IN" dirty="0"/>
              <a:t>Calculate the final bill amount.</a:t>
            </a:r>
          </a:p>
          <a:p>
            <a:pPr lvl="0"/>
            <a:r>
              <a:rPr lang="en-IN" dirty="0"/>
              <a:t>Display the itemized invoice.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60D59-427A-CB0A-ED8C-3D526EBCA475}"/>
              </a:ext>
            </a:extLst>
          </p:cNvPr>
          <p:cNvSpPr txBox="1"/>
          <p:nvPr/>
        </p:nvSpPr>
        <p:spPr>
          <a:xfrm>
            <a:off x="5894773" y="1035732"/>
            <a:ext cx="2221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4A5BD-7FBF-ACD2-BE78-CA7AE9F7455C}"/>
              </a:ext>
            </a:extLst>
          </p:cNvPr>
          <p:cNvSpPr txBox="1"/>
          <p:nvPr/>
        </p:nvSpPr>
        <p:spPr>
          <a:xfrm>
            <a:off x="6010183" y="1757779"/>
            <a:ext cx="4474345" cy="3693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                                    START</a:t>
            </a:r>
          </a:p>
          <a:p>
            <a:endParaRPr lang="en-IN" dirty="0"/>
          </a:p>
          <a:p>
            <a:r>
              <a:rPr lang="en-IN" dirty="0"/>
              <a:t>   Enter Product Details, Price and Quantity</a:t>
            </a:r>
          </a:p>
          <a:p>
            <a:endParaRPr lang="en-IN" dirty="0"/>
          </a:p>
          <a:p>
            <a:r>
              <a:rPr lang="en-IN" dirty="0"/>
              <a:t>            Calculate Product Cost and Tax</a:t>
            </a:r>
          </a:p>
          <a:p>
            <a:endParaRPr lang="en-IN" dirty="0"/>
          </a:p>
          <a:p>
            <a:r>
              <a:rPr lang="en-IN" dirty="0"/>
              <a:t>           Apply Discount and Maximum Limit</a:t>
            </a:r>
          </a:p>
          <a:p>
            <a:endParaRPr lang="en-IN" dirty="0"/>
          </a:p>
          <a:p>
            <a:r>
              <a:rPr lang="en-IN" dirty="0"/>
              <a:t>                              Calculate Final Bill</a:t>
            </a:r>
          </a:p>
          <a:p>
            <a:endParaRPr lang="en-IN" dirty="0"/>
          </a:p>
          <a:p>
            <a:r>
              <a:rPr lang="en-IN" dirty="0"/>
              <a:t>                       Display Itemized Invoice</a:t>
            </a:r>
          </a:p>
          <a:p>
            <a:endParaRPr lang="en-IN" dirty="0"/>
          </a:p>
          <a:p>
            <a:r>
              <a:rPr lang="en-IN" dirty="0"/>
              <a:t>                                        STOP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BF64FE6-9E50-C7DC-1597-EB676706D294}"/>
              </a:ext>
            </a:extLst>
          </p:cNvPr>
          <p:cNvSpPr/>
          <p:nvPr/>
        </p:nvSpPr>
        <p:spPr>
          <a:xfrm>
            <a:off x="8043169" y="2032986"/>
            <a:ext cx="221941" cy="3728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6902E42-5191-04CD-E0AA-81B0EC7028B6}"/>
              </a:ext>
            </a:extLst>
          </p:cNvPr>
          <p:cNvSpPr/>
          <p:nvPr/>
        </p:nvSpPr>
        <p:spPr>
          <a:xfrm>
            <a:off x="8043169" y="2604677"/>
            <a:ext cx="221941" cy="3728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E4D90F0-D5C4-7779-861B-547A52EA8CB2}"/>
              </a:ext>
            </a:extLst>
          </p:cNvPr>
          <p:cNvSpPr/>
          <p:nvPr/>
        </p:nvSpPr>
        <p:spPr>
          <a:xfrm>
            <a:off x="8043169" y="3176368"/>
            <a:ext cx="221941" cy="372865"/>
          </a:xfrm>
          <a:prstGeom prst="downArrow">
            <a:avLst>
              <a:gd name="adj1" fmla="val 34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8851199-4B4A-A053-5F65-6FAE07202971}"/>
              </a:ext>
            </a:extLst>
          </p:cNvPr>
          <p:cNvSpPr/>
          <p:nvPr/>
        </p:nvSpPr>
        <p:spPr>
          <a:xfrm>
            <a:off x="8043169" y="3682849"/>
            <a:ext cx="221941" cy="3728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1CC43E2-39BE-E520-21FF-F4E8538AA7C1}"/>
              </a:ext>
            </a:extLst>
          </p:cNvPr>
          <p:cNvSpPr/>
          <p:nvPr/>
        </p:nvSpPr>
        <p:spPr>
          <a:xfrm>
            <a:off x="8043169" y="4254541"/>
            <a:ext cx="221941" cy="3667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ECFCEF2-A5EA-72C4-F92D-7B451BE0A419}"/>
              </a:ext>
            </a:extLst>
          </p:cNvPr>
          <p:cNvSpPr/>
          <p:nvPr/>
        </p:nvSpPr>
        <p:spPr>
          <a:xfrm>
            <a:off x="8043168" y="4814081"/>
            <a:ext cx="221941" cy="290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029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692CAB-8A7D-C8C4-AA0A-6FFB5D5D4A5C}"/>
              </a:ext>
            </a:extLst>
          </p:cNvPr>
          <p:cNvSpPr txBox="1"/>
          <p:nvPr/>
        </p:nvSpPr>
        <p:spPr>
          <a:xfrm>
            <a:off x="177553" y="1"/>
            <a:ext cx="6471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/>
              <a:t>Case Study 06 – pseudocode &amp;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F5831-36E9-AD78-3880-641E42D76C42}"/>
              </a:ext>
            </a:extLst>
          </p:cNvPr>
          <p:cNvSpPr txBox="1"/>
          <p:nvPr/>
        </p:nvSpPr>
        <p:spPr>
          <a:xfrm>
            <a:off x="177553" y="634446"/>
            <a:ext cx="2507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E0CBD-8237-87D5-1EF6-06989546AA7F}"/>
              </a:ext>
            </a:extLst>
          </p:cNvPr>
          <p:cNvSpPr txBox="1"/>
          <p:nvPr/>
        </p:nvSpPr>
        <p:spPr>
          <a:xfrm>
            <a:off x="275208" y="1179526"/>
            <a:ext cx="3977196" cy="230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products, prices, quantities</a:t>
            </a:r>
          </a:p>
          <a:p>
            <a:r>
              <a:rPr lang="en-US" dirty="0"/>
              <a:t>CALCULATE product cost and tax</a:t>
            </a:r>
          </a:p>
          <a:p>
            <a:r>
              <a:rPr lang="en-US" dirty="0"/>
              <a:t>APPLY discount</a:t>
            </a:r>
          </a:p>
          <a:p>
            <a:r>
              <a:rPr lang="en-US" dirty="0"/>
              <a:t>LIMIT maximum concession</a:t>
            </a:r>
          </a:p>
          <a:p>
            <a:r>
              <a:rPr lang="en-US" dirty="0"/>
              <a:t>CALCULATE final bill</a:t>
            </a:r>
          </a:p>
          <a:p>
            <a:r>
              <a:rPr lang="en-US" dirty="0"/>
              <a:t>DISPLAY itemized invoice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91A7F-C1D8-E1AC-AB69-87FCCABBBAF4}"/>
              </a:ext>
            </a:extLst>
          </p:cNvPr>
          <p:cNvSpPr txBox="1"/>
          <p:nvPr/>
        </p:nvSpPr>
        <p:spPr>
          <a:xfrm>
            <a:off x="5557421" y="612586"/>
            <a:ext cx="414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14738-7E97-60DE-5BE2-6E9014F05A7C}"/>
              </a:ext>
            </a:extLst>
          </p:cNvPr>
          <p:cNvSpPr txBox="1"/>
          <p:nvPr/>
        </p:nvSpPr>
        <p:spPr>
          <a:xfrm>
            <a:off x="5557421" y="1157666"/>
            <a:ext cx="4651899" cy="48013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price = 100</a:t>
            </a:r>
          </a:p>
          <a:p>
            <a:r>
              <a:rPr lang="en-US" dirty="0"/>
              <a:t>quantity = 2</a:t>
            </a:r>
          </a:p>
          <a:p>
            <a:r>
              <a:rPr lang="en-US" dirty="0"/>
              <a:t>tax = 5</a:t>
            </a:r>
          </a:p>
          <a:p>
            <a:endParaRPr lang="en-US" dirty="0"/>
          </a:p>
          <a:p>
            <a:r>
              <a:rPr lang="en-US" dirty="0"/>
              <a:t>total = price * quantity</a:t>
            </a:r>
          </a:p>
          <a:p>
            <a:r>
              <a:rPr lang="en-US" dirty="0"/>
              <a:t>total = total + (total * tax / 100)</a:t>
            </a:r>
          </a:p>
          <a:p>
            <a:endParaRPr lang="en-US" dirty="0"/>
          </a:p>
          <a:p>
            <a:r>
              <a:rPr lang="en-US" dirty="0"/>
              <a:t>if total &gt;= 200:</a:t>
            </a:r>
          </a:p>
          <a:p>
            <a:r>
              <a:rPr lang="en-US" dirty="0"/>
              <a:t>    discount = min(total * 0.10, 30)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discount = 0</a:t>
            </a:r>
          </a:p>
          <a:p>
            <a:endParaRPr lang="en-US" dirty="0"/>
          </a:p>
          <a:p>
            <a:r>
              <a:rPr lang="en-US" dirty="0" err="1"/>
              <a:t>final_bill</a:t>
            </a:r>
            <a:r>
              <a:rPr lang="en-US" dirty="0"/>
              <a:t> = total - discount</a:t>
            </a:r>
          </a:p>
          <a:p>
            <a:endParaRPr lang="en-US" dirty="0"/>
          </a:p>
          <a:p>
            <a:r>
              <a:rPr lang="en-US" dirty="0"/>
              <a:t>print("Total:", total)</a:t>
            </a:r>
          </a:p>
          <a:p>
            <a:r>
              <a:rPr lang="en-US" dirty="0"/>
              <a:t>print("Discount:", discount)</a:t>
            </a:r>
          </a:p>
          <a:p>
            <a:r>
              <a:rPr lang="en-US" dirty="0"/>
              <a:t>print("Final Bill:", </a:t>
            </a:r>
            <a:r>
              <a:rPr lang="en-US" dirty="0" err="1"/>
              <a:t>final_bill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96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80E57-8689-7593-B0FE-31A310679EAB}"/>
              </a:ext>
            </a:extLst>
          </p:cNvPr>
          <p:cNvSpPr txBox="1"/>
          <p:nvPr/>
        </p:nvSpPr>
        <p:spPr>
          <a:xfrm>
            <a:off x="301841" y="257453"/>
            <a:ext cx="6294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/>
              <a:t>Case Study 06 – Testing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020BB-9C95-A537-B47A-9C62A51AFAB7}"/>
              </a:ext>
            </a:extLst>
          </p:cNvPr>
          <p:cNvSpPr txBox="1"/>
          <p:nvPr/>
        </p:nvSpPr>
        <p:spPr>
          <a:xfrm>
            <a:off x="321247" y="790113"/>
            <a:ext cx="629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0C0DB4-8627-5C57-71BA-DB8B88629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542899"/>
              </p:ext>
            </p:extLst>
          </p:nvPr>
        </p:nvGraphicFramePr>
        <p:xfrm>
          <a:off x="239697" y="1384328"/>
          <a:ext cx="6294270" cy="32675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045">
                  <a:extLst>
                    <a:ext uri="{9D8B030D-6E8A-4147-A177-3AD203B41FA5}">
                      <a16:colId xmlns:a16="http://schemas.microsoft.com/office/drawing/2014/main" val="558878985"/>
                    </a:ext>
                  </a:extLst>
                </a:gridCol>
                <a:gridCol w="1049045">
                  <a:extLst>
                    <a:ext uri="{9D8B030D-6E8A-4147-A177-3AD203B41FA5}">
                      <a16:colId xmlns:a16="http://schemas.microsoft.com/office/drawing/2014/main" val="2576116809"/>
                    </a:ext>
                  </a:extLst>
                </a:gridCol>
                <a:gridCol w="1049045">
                  <a:extLst>
                    <a:ext uri="{9D8B030D-6E8A-4147-A177-3AD203B41FA5}">
                      <a16:colId xmlns:a16="http://schemas.microsoft.com/office/drawing/2014/main" val="52138330"/>
                    </a:ext>
                  </a:extLst>
                </a:gridCol>
                <a:gridCol w="1049045">
                  <a:extLst>
                    <a:ext uri="{9D8B030D-6E8A-4147-A177-3AD203B41FA5}">
                      <a16:colId xmlns:a16="http://schemas.microsoft.com/office/drawing/2014/main" val="4169201686"/>
                    </a:ext>
                  </a:extLst>
                </a:gridCol>
                <a:gridCol w="1049045">
                  <a:extLst>
                    <a:ext uri="{9D8B030D-6E8A-4147-A177-3AD203B41FA5}">
                      <a16:colId xmlns:a16="http://schemas.microsoft.com/office/drawing/2014/main" val="2181689895"/>
                    </a:ext>
                  </a:extLst>
                </a:gridCol>
                <a:gridCol w="1049045">
                  <a:extLst>
                    <a:ext uri="{9D8B030D-6E8A-4147-A177-3AD203B41FA5}">
                      <a16:colId xmlns:a16="http://schemas.microsoft.com/office/drawing/2014/main" val="3534555756"/>
                    </a:ext>
                  </a:extLst>
                </a:gridCol>
              </a:tblGrid>
              <a:tr h="1203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Bill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747474"/>
                  </a:ext>
                </a:extLst>
              </a:tr>
              <a:tr h="687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250526"/>
                  </a:ext>
                </a:extLst>
              </a:tr>
              <a:tr h="687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824761"/>
                  </a:ext>
                </a:extLst>
              </a:tr>
              <a:tr h="687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₹390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9783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64C877-B0EB-ED1B-472E-5B0220A6A71D}"/>
              </a:ext>
            </a:extLst>
          </p:cNvPr>
          <p:cNvSpPr txBox="1"/>
          <p:nvPr/>
        </p:nvSpPr>
        <p:spPr>
          <a:xfrm>
            <a:off x="7341834" y="790113"/>
            <a:ext cx="3891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501422-712D-CBB9-A362-C9CE976D6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26" r="-581"/>
          <a:stretch>
            <a:fillRect/>
          </a:stretch>
        </p:blipFill>
        <p:spPr>
          <a:xfrm>
            <a:off x="7146524" y="1384328"/>
            <a:ext cx="5005252" cy="21039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250A51-5A37-65D5-E679-B13BF76609AD}"/>
              </a:ext>
            </a:extLst>
          </p:cNvPr>
          <p:cNvSpPr txBox="1"/>
          <p:nvPr/>
        </p:nvSpPr>
        <p:spPr>
          <a:xfrm>
            <a:off x="239697" y="4802819"/>
            <a:ext cx="2591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DC749-B64D-7BF5-2762-F61D1A6CA211}"/>
              </a:ext>
            </a:extLst>
          </p:cNvPr>
          <p:cNvSpPr txBox="1"/>
          <p:nvPr/>
        </p:nvSpPr>
        <p:spPr>
          <a:xfrm>
            <a:off x="363984" y="5495277"/>
            <a:ext cx="11478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he program calculates the total product cost, applies tax and discounts, limits the maximum concession, and displays the final bill.</a:t>
            </a:r>
          </a:p>
        </p:txBody>
      </p:sp>
    </p:spTree>
    <p:extLst>
      <p:ext uri="{BB962C8B-B14F-4D97-AF65-F5344CB8AC3E}">
        <p14:creationId xmlns:p14="http://schemas.microsoft.com/office/powerpoint/2010/main" val="1188762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65C66-679F-44BB-68DA-F30A25D80A34}"/>
              </a:ext>
            </a:extLst>
          </p:cNvPr>
          <p:cNvSpPr txBox="1"/>
          <p:nvPr/>
        </p:nvSpPr>
        <p:spPr>
          <a:xfrm>
            <a:off x="159798" y="168677"/>
            <a:ext cx="8484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07 - </a:t>
            </a:r>
            <a:r>
              <a:rPr lang="en-US" sz="2400" dirty="0"/>
              <a:t>Manufacturing Cost and Profitability Analysis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DF238-30AB-C4F7-7777-0EB49AA20054}"/>
              </a:ext>
            </a:extLst>
          </p:cNvPr>
          <p:cNvSpPr txBox="1"/>
          <p:nvPr/>
        </p:nvSpPr>
        <p:spPr>
          <a:xfrm>
            <a:off x="230820" y="630342"/>
            <a:ext cx="1923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70591-5A5C-446F-4952-4B153C840EB2}"/>
              </a:ext>
            </a:extLst>
          </p:cNvPr>
          <p:cNvSpPr txBox="1"/>
          <p:nvPr/>
        </p:nvSpPr>
        <p:spPr>
          <a:xfrm>
            <a:off x="310718" y="1171852"/>
            <a:ext cx="4785065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To calculate the total material cost.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calculate labour charges and machine costs.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include wastage costs in production expenses.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calculate the selling price and profit.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check whether the production meets the specified profit target.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78485-0C4C-818C-9107-CD77DC20ED84}"/>
              </a:ext>
            </a:extLst>
          </p:cNvPr>
          <p:cNvSpPr txBox="1"/>
          <p:nvPr/>
        </p:nvSpPr>
        <p:spPr>
          <a:xfrm>
            <a:off x="5965794" y="630342"/>
            <a:ext cx="2329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4A805-CFA3-19BA-A00A-A0A89F0F0397}"/>
              </a:ext>
            </a:extLst>
          </p:cNvPr>
          <p:cNvSpPr txBox="1"/>
          <p:nvPr/>
        </p:nvSpPr>
        <p:spPr>
          <a:xfrm>
            <a:off x="6096000" y="1092007"/>
            <a:ext cx="4598633" cy="25853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1.  Material cost, labour charges, and                        machine costs are known.</a:t>
            </a:r>
          </a:p>
          <a:p>
            <a:pPr lvl="0"/>
            <a:r>
              <a:rPr lang="en-IN" dirty="0"/>
              <a:t>2.  Wastage is calculated based on a fixed percentage.</a:t>
            </a:r>
          </a:p>
          <a:p>
            <a:pPr lvl="0"/>
            <a:r>
              <a:rPr lang="en-IN" dirty="0"/>
              <a:t>3.  The selling price per product is given.</a:t>
            </a:r>
          </a:p>
          <a:p>
            <a:pPr lvl="0"/>
            <a:r>
              <a:rPr lang="en-IN" dirty="0"/>
              <a:t>4.   Total production cost includes all        manufacturing expenses.</a:t>
            </a:r>
          </a:p>
          <a:p>
            <a:pPr lvl="0"/>
            <a:r>
              <a:rPr lang="en-IN" dirty="0"/>
              <a:t>5.  Profit is compared with the specified target to check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02563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49E60-7645-7DCB-43E2-122EA6304ACA}"/>
              </a:ext>
            </a:extLst>
          </p:cNvPr>
          <p:cNvSpPr txBox="1"/>
          <p:nvPr/>
        </p:nvSpPr>
        <p:spPr>
          <a:xfrm>
            <a:off x="221943" y="97654"/>
            <a:ext cx="6197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Case Study 07-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A8BAD-69F6-28E7-FBF5-4763A81A6210}"/>
              </a:ext>
            </a:extLst>
          </p:cNvPr>
          <p:cNvSpPr txBox="1"/>
          <p:nvPr/>
        </p:nvSpPr>
        <p:spPr>
          <a:xfrm>
            <a:off x="221943" y="620874"/>
            <a:ext cx="234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45F2A-55C3-C016-001A-71DE5FFBD437}"/>
              </a:ext>
            </a:extLst>
          </p:cNvPr>
          <p:cNvSpPr txBox="1"/>
          <p:nvPr/>
        </p:nvSpPr>
        <p:spPr>
          <a:xfrm>
            <a:off x="221943" y="1260630"/>
            <a:ext cx="4864962" cy="25853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material cost, labour charges, and machine cost.</a:t>
            </a:r>
          </a:p>
          <a:p>
            <a:pPr lvl="0"/>
            <a:r>
              <a:rPr lang="en-IN" dirty="0"/>
              <a:t>Calculate wastage cost.</a:t>
            </a:r>
          </a:p>
          <a:p>
            <a:pPr lvl="0"/>
            <a:r>
              <a:rPr lang="en-IN" dirty="0"/>
              <a:t>Calculate total production cost.</a:t>
            </a:r>
          </a:p>
          <a:p>
            <a:pPr lvl="0"/>
            <a:r>
              <a:rPr lang="en-IN" dirty="0"/>
              <a:t>Enter the selling price and calculate profit.</a:t>
            </a:r>
          </a:p>
          <a:p>
            <a:pPr lvl="0"/>
            <a:r>
              <a:rPr lang="en-IN" dirty="0"/>
              <a:t>Check whether the profit meets the target.</a:t>
            </a:r>
          </a:p>
          <a:p>
            <a:pPr lvl="0"/>
            <a:r>
              <a:rPr lang="en-IN" dirty="0"/>
              <a:t>Display total cost, profit, and result.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A0CAF-4F8B-0DC3-2C5B-C586790EFB39}"/>
              </a:ext>
            </a:extLst>
          </p:cNvPr>
          <p:cNvSpPr txBox="1"/>
          <p:nvPr/>
        </p:nvSpPr>
        <p:spPr>
          <a:xfrm>
            <a:off x="6419029" y="737410"/>
            <a:ext cx="234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23AB0-6335-545E-7920-8142A4C757A8}"/>
              </a:ext>
            </a:extLst>
          </p:cNvPr>
          <p:cNvSpPr txBox="1"/>
          <p:nvPr/>
        </p:nvSpPr>
        <p:spPr>
          <a:xfrm>
            <a:off x="6419029" y="1260631"/>
            <a:ext cx="4979899" cy="424731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START</a:t>
            </a:r>
          </a:p>
          <a:p>
            <a:endParaRPr lang="en-IN" dirty="0"/>
          </a:p>
          <a:p>
            <a:r>
              <a:rPr lang="en-IN" dirty="0"/>
              <a:t>          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</a:t>
            </a:r>
            <a:r>
              <a:rPr lang="en-IN" dirty="0"/>
              <a:t> Material, Labour and Machine Costs </a:t>
            </a:r>
          </a:p>
          <a:p>
            <a:endParaRPr lang="en-IN" dirty="0"/>
          </a:p>
          <a:p>
            <a:r>
              <a:rPr lang="en-IN" dirty="0"/>
              <a:t>                           Calculate Wastage Cost </a:t>
            </a:r>
          </a:p>
          <a:p>
            <a:endParaRPr lang="en-IN" dirty="0"/>
          </a:p>
          <a:p>
            <a:r>
              <a:rPr lang="en-IN" dirty="0"/>
              <a:t>                 Calculate Total Production Cost</a:t>
            </a:r>
          </a:p>
          <a:p>
            <a:endParaRPr lang="en-IN" dirty="0"/>
          </a:p>
          <a:p>
            <a:r>
              <a:rPr lang="en-IN" dirty="0"/>
              <a:t>                                    Calculate Profit</a:t>
            </a:r>
          </a:p>
          <a:p>
            <a:endParaRPr lang="en-IN" dirty="0"/>
          </a:p>
          <a:p>
            <a:r>
              <a:rPr lang="en-IN" dirty="0"/>
              <a:t>                                 Check Profit Target</a:t>
            </a:r>
          </a:p>
          <a:p>
            <a:endParaRPr lang="en-IN" dirty="0"/>
          </a:p>
          <a:p>
            <a:r>
              <a:rPr lang="en-IN" dirty="0"/>
              <a:t>                       Display Cost, Profit and Result</a:t>
            </a:r>
          </a:p>
          <a:p>
            <a:endParaRPr lang="en-IN" dirty="0"/>
          </a:p>
          <a:p>
            <a:r>
              <a:rPr lang="en-IN" dirty="0"/>
              <a:t>                                              STOP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BC4FC43-E4CC-A767-154C-C70ED334F6A2}"/>
              </a:ext>
            </a:extLst>
          </p:cNvPr>
          <p:cNvSpPr/>
          <p:nvPr/>
        </p:nvSpPr>
        <p:spPr>
          <a:xfrm>
            <a:off x="8761993" y="1589103"/>
            <a:ext cx="151188" cy="3018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CC2450D-4FFA-8022-38E3-69392C6004FD}"/>
              </a:ext>
            </a:extLst>
          </p:cNvPr>
          <p:cNvSpPr/>
          <p:nvPr/>
        </p:nvSpPr>
        <p:spPr>
          <a:xfrm>
            <a:off x="8761993" y="2148396"/>
            <a:ext cx="151188" cy="3018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047BF92-322F-8B5C-DAF7-FB20B5A8FCA0}"/>
              </a:ext>
            </a:extLst>
          </p:cNvPr>
          <p:cNvSpPr/>
          <p:nvPr/>
        </p:nvSpPr>
        <p:spPr>
          <a:xfrm>
            <a:off x="8761993" y="2636668"/>
            <a:ext cx="151188" cy="3018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8A04BE7-CF6A-66CF-FA18-29E56E08120A}"/>
              </a:ext>
            </a:extLst>
          </p:cNvPr>
          <p:cNvSpPr/>
          <p:nvPr/>
        </p:nvSpPr>
        <p:spPr>
          <a:xfrm>
            <a:off x="8761993" y="3231473"/>
            <a:ext cx="151188" cy="3018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C3A0DA6-A7C5-5211-F6B4-F718B378A9A2}"/>
              </a:ext>
            </a:extLst>
          </p:cNvPr>
          <p:cNvSpPr/>
          <p:nvPr/>
        </p:nvSpPr>
        <p:spPr>
          <a:xfrm>
            <a:off x="8761993" y="3764133"/>
            <a:ext cx="151188" cy="3018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86721D3-8FC2-FDCA-94EE-6B40E4E6EAC2}"/>
              </a:ext>
            </a:extLst>
          </p:cNvPr>
          <p:cNvSpPr/>
          <p:nvPr/>
        </p:nvSpPr>
        <p:spPr>
          <a:xfrm>
            <a:off x="8761993" y="4296793"/>
            <a:ext cx="151188" cy="3018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3B9B2CB-210D-7D74-FF26-574DCDD03E88}"/>
              </a:ext>
            </a:extLst>
          </p:cNvPr>
          <p:cNvSpPr/>
          <p:nvPr/>
        </p:nvSpPr>
        <p:spPr>
          <a:xfrm>
            <a:off x="8761993" y="4891596"/>
            <a:ext cx="222209" cy="23969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18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3B3DE-5F84-9240-1F08-7EBDC1EBB5C0}"/>
              </a:ext>
            </a:extLst>
          </p:cNvPr>
          <p:cNvSpPr txBox="1"/>
          <p:nvPr/>
        </p:nvSpPr>
        <p:spPr>
          <a:xfrm>
            <a:off x="248575" y="186431"/>
            <a:ext cx="6050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07 – pseudocode &amp; python code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8990B-FB65-16AC-277E-411214BA9EE0}"/>
              </a:ext>
            </a:extLst>
          </p:cNvPr>
          <p:cNvSpPr txBox="1"/>
          <p:nvPr/>
        </p:nvSpPr>
        <p:spPr>
          <a:xfrm>
            <a:off x="248575" y="648095"/>
            <a:ext cx="2849732" cy="51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0315F-D0A0-FE9C-D14C-30B0AF334B03}"/>
              </a:ext>
            </a:extLst>
          </p:cNvPr>
          <p:cNvSpPr txBox="1"/>
          <p:nvPr/>
        </p:nvSpPr>
        <p:spPr>
          <a:xfrm>
            <a:off x="381740" y="1269506"/>
            <a:ext cx="4838330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START</a:t>
            </a:r>
          </a:p>
          <a:p>
            <a:r>
              <a:rPr lang="en-US"/>
              <a:t>INPUT costs and selling price</a:t>
            </a:r>
          </a:p>
          <a:p>
            <a:r>
              <a:rPr lang="en-US"/>
              <a:t>CALCULATE total cost</a:t>
            </a:r>
          </a:p>
          <a:p>
            <a:r>
              <a:rPr lang="en-US"/>
              <a:t>CALCULATE profit</a:t>
            </a:r>
          </a:p>
          <a:p>
            <a:endParaRPr lang="en-US"/>
          </a:p>
          <a:p>
            <a:r>
              <a:rPr lang="en-US"/>
              <a:t>IF profit &gt;= target</a:t>
            </a:r>
          </a:p>
          <a:p>
            <a:r>
              <a:rPr lang="en-US"/>
              <a:t>    PRINT "Target Achieved"</a:t>
            </a:r>
          </a:p>
          <a:p>
            <a:r>
              <a:rPr lang="en-US"/>
              <a:t>ELSE</a:t>
            </a:r>
          </a:p>
          <a:p>
            <a:r>
              <a:rPr lang="en-US"/>
              <a:t>    PRINT "Target Not Achieved"</a:t>
            </a:r>
          </a:p>
          <a:p>
            <a:r>
              <a:rPr lang="en-US"/>
              <a:t>END IF</a:t>
            </a:r>
          </a:p>
          <a:p>
            <a:endParaRPr lang="en-US"/>
          </a:p>
          <a:p>
            <a:r>
              <a:rPr lang="en-US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6391A-61F6-A371-E781-79E818F90761}"/>
              </a:ext>
            </a:extLst>
          </p:cNvPr>
          <p:cNvSpPr txBox="1"/>
          <p:nvPr/>
        </p:nvSpPr>
        <p:spPr>
          <a:xfrm>
            <a:off x="5708342" y="648096"/>
            <a:ext cx="3633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0E108-64D9-429B-3F2E-8284283E6D34}"/>
              </a:ext>
            </a:extLst>
          </p:cNvPr>
          <p:cNvSpPr txBox="1"/>
          <p:nvPr/>
        </p:nvSpPr>
        <p:spPr>
          <a:xfrm>
            <a:off x="5805996" y="1225117"/>
            <a:ext cx="5486400" cy="4820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material = 500</a:t>
            </a:r>
          </a:p>
          <a:p>
            <a:r>
              <a:rPr lang="en-US" dirty="0" err="1"/>
              <a:t>labour</a:t>
            </a:r>
            <a:r>
              <a:rPr lang="en-US" dirty="0"/>
              <a:t> = 200</a:t>
            </a:r>
          </a:p>
          <a:p>
            <a:r>
              <a:rPr lang="en-US" dirty="0"/>
              <a:t>machine = 100</a:t>
            </a:r>
          </a:p>
          <a:p>
            <a:r>
              <a:rPr lang="en-US" dirty="0"/>
              <a:t>wastage = 50</a:t>
            </a:r>
          </a:p>
          <a:p>
            <a:r>
              <a:rPr lang="en-US" dirty="0" err="1"/>
              <a:t>selling_price</a:t>
            </a:r>
            <a:r>
              <a:rPr lang="en-US" dirty="0"/>
              <a:t> = 1100</a:t>
            </a:r>
          </a:p>
          <a:p>
            <a:r>
              <a:rPr lang="en-US" dirty="0"/>
              <a:t>target = 200</a:t>
            </a:r>
          </a:p>
          <a:p>
            <a:endParaRPr lang="en-US" dirty="0"/>
          </a:p>
          <a:p>
            <a:r>
              <a:rPr lang="en-US" dirty="0" err="1"/>
              <a:t>total_cost</a:t>
            </a:r>
            <a:r>
              <a:rPr lang="en-US" dirty="0"/>
              <a:t> = material + </a:t>
            </a:r>
            <a:r>
              <a:rPr lang="en-US" dirty="0" err="1"/>
              <a:t>labour</a:t>
            </a:r>
            <a:r>
              <a:rPr lang="en-US" dirty="0"/>
              <a:t> + machine + wastage</a:t>
            </a:r>
          </a:p>
          <a:p>
            <a:r>
              <a:rPr lang="en-US" dirty="0"/>
              <a:t>profit = </a:t>
            </a:r>
            <a:r>
              <a:rPr lang="en-US" dirty="0" err="1"/>
              <a:t>selling_price</a:t>
            </a:r>
            <a:r>
              <a:rPr lang="en-US" dirty="0"/>
              <a:t> - </a:t>
            </a:r>
            <a:r>
              <a:rPr lang="en-US" dirty="0" err="1"/>
              <a:t>total_cost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print("Total Cost:", </a:t>
            </a:r>
            <a:r>
              <a:rPr lang="en-US" dirty="0" err="1"/>
              <a:t>total_cost</a:t>
            </a:r>
            <a:r>
              <a:rPr lang="en-US" dirty="0"/>
              <a:t>)</a:t>
            </a:r>
          </a:p>
          <a:p>
            <a:r>
              <a:rPr lang="en-US" dirty="0"/>
              <a:t>print("Profit:", profit)</a:t>
            </a:r>
          </a:p>
          <a:p>
            <a:endParaRPr lang="en-US" dirty="0"/>
          </a:p>
          <a:p>
            <a:r>
              <a:rPr lang="en-US" dirty="0"/>
              <a:t>if profit &gt;= target:</a:t>
            </a:r>
          </a:p>
          <a:p>
            <a:r>
              <a:rPr lang="en-US" dirty="0"/>
              <a:t>    print("Target Achieved")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print("Target Not Achieved")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474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5F9CA-EC8A-B746-7C39-C0599896F278}"/>
              </a:ext>
            </a:extLst>
          </p:cNvPr>
          <p:cNvSpPr txBox="1"/>
          <p:nvPr/>
        </p:nvSpPr>
        <p:spPr>
          <a:xfrm>
            <a:off x="142044" y="248575"/>
            <a:ext cx="479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Case Study 07 – Testing &amp;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FB443-6318-2125-9298-CAD5D58666B3}"/>
              </a:ext>
            </a:extLst>
          </p:cNvPr>
          <p:cNvSpPr txBox="1"/>
          <p:nvPr/>
        </p:nvSpPr>
        <p:spPr>
          <a:xfrm>
            <a:off x="142044" y="710214"/>
            <a:ext cx="6295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7CEAC-C35E-B548-1799-DECE2C8007E3}"/>
              </a:ext>
            </a:extLst>
          </p:cNvPr>
          <p:cNvSpPr txBox="1"/>
          <p:nvPr/>
        </p:nvSpPr>
        <p:spPr>
          <a:xfrm>
            <a:off x="230819" y="1325741"/>
            <a:ext cx="5956917" cy="5283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259B37-1B94-DEFA-F2C2-DDD63016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549444"/>
              </p:ext>
            </p:extLst>
          </p:nvPr>
        </p:nvGraphicFramePr>
        <p:xfrm>
          <a:off x="62142" y="1233434"/>
          <a:ext cx="11727408" cy="528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5926">
                  <a:extLst>
                    <a:ext uri="{9D8B030D-6E8A-4147-A177-3AD203B41FA5}">
                      <a16:colId xmlns:a16="http://schemas.microsoft.com/office/drawing/2014/main" val="2183703394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626877972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2982660351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1476358203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303639478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3597442389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969328553"/>
                    </a:ext>
                  </a:extLst>
                </a:gridCol>
                <a:gridCol w="1465926">
                  <a:extLst>
                    <a:ext uri="{9D8B030D-6E8A-4147-A177-3AD203B41FA5}">
                      <a16:colId xmlns:a16="http://schemas.microsoft.com/office/drawing/2014/main" val="415003382"/>
                    </a:ext>
                  </a:extLst>
                </a:gridCol>
              </a:tblGrid>
              <a:tr h="866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Labour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Selling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49688"/>
                  </a:ext>
                </a:extLst>
              </a:tr>
              <a:tr h="1385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Profit: 250 — Target 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309163"/>
                  </a:ext>
                </a:extLst>
              </a:tr>
              <a:tr h="1645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Profit: 50 — Target Not 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46030"/>
                  </a:ext>
                </a:extLst>
              </a:tr>
              <a:tr h="1385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Profit: 200 — Target 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97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3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66AE63-277E-CA5C-824D-7D631561003E}"/>
              </a:ext>
            </a:extLst>
          </p:cNvPr>
          <p:cNvSpPr txBox="1"/>
          <p:nvPr/>
        </p:nvSpPr>
        <p:spPr>
          <a:xfrm>
            <a:off x="319596" y="195309"/>
            <a:ext cx="376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72BB9-D83D-E89B-852B-65DB4A5FD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9" t="14627" r="1243" b="9941"/>
          <a:stretch>
            <a:fillRect/>
          </a:stretch>
        </p:blipFill>
        <p:spPr>
          <a:xfrm>
            <a:off x="114048" y="825623"/>
            <a:ext cx="7794722" cy="2603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F962A-F861-522B-676A-796D7C30C4DD}"/>
              </a:ext>
            </a:extLst>
          </p:cNvPr>
          <p:cNvSpPr txBox="1"/>
          <p:nvPr/>
        </p:nvSpPr>
        <p:spPr>
          <a:xfrm>
            <a:off x="114048" y="3639845"/>
            <a:ext cx="2583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40CD2-1F2B-8570-CBB9-3B6A0EB1B5B8}"/>
              </a:ext>
            </a:extLst>
          </p:cNvPr>
          <p:cNvSpPr txBox="1"/>
          <p:nvPr/>
        </p:nvSpPr>
        <p:spPr>
          <a:xfrm>
            <a:off x="301841" y="4394447"/>
            <a:ext cx="8478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The program calculates the total manufacturing cost and profit, including material, labour, machine, and wastage costs. It checks whether the profit meets the target and displays the result.</a:t>
            </a:r>
          </a:p>
        </p:txBody>
      </p:sp>
    </p:spTree>
    <p:extLst>
      <p:ext uri="{BB962C8B-B14F-4D97-AF65-F5344CB8AC3E}">
        <p14:creationId xmlns:p14="http://schemas.microsoft.com/office/powerpoint/2010/main" val="2031892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9AA69E-4349-119D-8ECB-52EB93D11750}"/>
              </a:ext>
            </a:extLst>
          </p:cNvPr>
          <p:cNvSpPr txBox="1"/>
          <p:nvPr/>
        </p:nvSpPr>
        <p:spPr>
          <a:xfrm>
            <a:off x="239697" y="168676"/>
            <a:ext cx="724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Study 08- Multi-Currency Travel Budget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89069-5F06-6D5D-909E-D172CE3BC887}"/>
              </a:ext>
            </a:extLst>
          </p:cNvPr>
          <p:cNvSpPr txBox="1"/>
          <p:nvPr/>
        </p:nvSpPr>
        <p:spPr>
          <a:xfrm>
            <a:off x="337351" y="630341"/>
            <a:ext cx="2318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4F750-0DAA-57EA-6BC7-4644FE53DEF3}"/>
              </a:ext>
            </a:extLst>
          </p:cNvPr>
          <p:cNvSpPr txBox="1"/>
          <p:nvPr/>
        </p:nvSpPr>
        <p:spPr>
          <a:xfrm>
            <a:off x="417250" y="1153561"/>
            <a:ext cx="5442011" cy="23083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convert travel expenses using the given exchange rates.</a:t>
            </a:r>
          </a:p>
          <a:p>
            <a:pPr lvl="0"/>
            <a:r>
              <a:rPr lang="en-IN" dirty="0"/>
              <a:t>To calculate currency conversion fees.</a:t>
            </a:r>
          </a:p>
          <a:p>
            <a:pPr lvl="0"/>
            <a:r>
              <a:rPr lang="en-IN" dirty="0"/>
              <a:t>To compare total travel expenses with the planned budget.</a:t>
            </a:r>
          </a:p>
          <a:p>
            <a:pPr lvl="0"/>
            <a:r>
              <a:rPr lang="en-IN" dirty="0"/>
              <a:t>To identify the largest travel expense category.</a:t>
            </a:r>
          </a:p>
          <a:p>
            <a:pPr lvl="0"/>
            <a:r>
              <a:rPr lang="en-IN" dirty="0"/>
              <a:t>To determine whether the total expenses are within the budget.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DF606-94C5-75C5-6602-2CF9EDB6AF22}"/>
              </a:ext>
            </a:extLst>
          </p:cNvPr>
          <p:cNvSpPr txBox="1"/>
          <p:nvPr/>
        </p:nvSpPr>
        <p:spPr>
          <a:xfrm>
            <a:off x="6800296" y="630341"/>
            <a:ext cx="251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3A17C-D4BB-8FCB-5606-4CE922664B3E}"/>
              </a:ext>
            </a:extLst>
          </p:cNvPr>
          <p:cNvSpPr txBox="1"/>
          <p:nvPr/>
        </p:nvSpPr>
        <p:spPr>
          <a:xfrm>
            <a:off x="6551721" y="1153562"/>
            <a:ext cx="4474346" cy="25853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Travel expenses and exchange rates are given.</a:t>
            </a:r>
          </a:p>
          <a:p>
            <a:pPr lvl="0"/>
            <a:r>
              <a:rPr lang="en-IN" dirty="0"/>
              <a:t>Currency conversion fees are fixed.</a:t>
            </a:r>
          </a:p>
          <a:p>
            <a:pPr lvl="0"/>
            <a:r>
              <a:rPr lang="en-IN" dirty="0"/>
              <a:t>All expenses are converted into one common currency.</a:t>
            </a:r>
          </a:p>
          <a:p>
            <a:pPr lvl="0"/>
            <a:r>
              <a:rPr lang="en-IN" dirty="0"/>
              <a:t>The total expenses are compared with the planned budget.</a:t>
            </a:r>
          </a:p>
          <a:p>
            <a:pPr lvl="0"/>
            <a:r>
              <a:rPr lang="en-IN" dirty="0"/>
              <a:t>The largest expense category is identified from the expenses.</a:t>
            </a:r>
          </a:p>
        </p:txBody>
      </p:sp>
    </p:spTree>
    <p:extLst>
      <p:ext uri="{BB962C8B-B14F-4D97-AF65-F5344CB8AC3E}">
        <p14:creationId xmlns:p14="http://schemas.microsoft.com/office/powerpoint/2010/main" val="3831965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23A2B-686F-3A8D-B51F-AD478A859C31}"/>
              </a:ext>
            </a:extLst>
          </p:cNvPr>
          <p:cNvSpPr txBox="1"/>
          <p:nvPr/>
        </p:nvSpPr>
        <p:spPr>
          <a:xfrm>
            <a:off x="372862" y="284085"/>
            <a:ext cx="534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08 – Algorithm &amp; Flowchart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42AC2-9B79-B303-3A20-47542763A1C8}"/>
              </a:ext>
            </a:extLst>
          </p:cNvPr>
          <p:cNvSpPr txBox="1"/>
          <p:nvPr/>
        </p:nvSpPr>
        <p:spPr>
          <a:xfrm>
            <a:off x="461639" y="843379"/>
            <a:ext cx="2254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33EE1-B584-4B7B-E345-0E63D8F889E2}"/>
              </a:ext>
            </a:extLst>
          </p:cNvPr>
          <p:cNvSpPr txBox="1"/>
          <p:nvPr/>
        </p:nvSpPr>
        <p:spPr>
          <a:xfrm>
            <a:off x="532660" y="1464229"/>
            <a:ext cx="497149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travel expenses, exchange rates, and budget.</a:t>
            </a:r>
          </a:p>
          <a:p>
            <a:pPr lvl="0"/>
            <a:r>
              <a:rPr lang="en-IN" dirty="0"/>
              <a:t>Convert expenses into a common currency.</a:t>
            </a:r>
          </a:p>
          <a:p>
            <a:pPr lvl="0"/>
            <a:r>
              <a:rPr lang="en-IN" dirty="0"/>
              <a:t>Calculate conversion fees.</a:t>
            </a:r>
          </a:p>
          <a:p>
            <a:pPr lvl="0"/>
            <a:r>
              <a:rPr lang="en-IN" dirty="0"/>
              <a:t>Calculate total expenses.</a:t>
            </a:r>
          </a:p>
          <a:p>
            <a:pPr lvl="0"/>
            <a:r>
              <a:rPr lang="en-IN" dirty="0"/>
              <a:t>Compare total expenses with the budget.</a:t>
            </a:r>
          </a:p>
          <a:p>
            <a:pPr lvl="0"/>
            <a:r>
              <a:rPr lang="en-IN" dirty="0"/>
              <a:t>Identify the largest expense category.</a:t>
            </a:r>
          </a:p>
          <a:p>
            <a:pPr lvl="0"/>
            <a:r>
              <a:rPr lang="en-IN" dirty="0"/>
              <a:t>Display total expenses and budget status.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0F91B-57A7-FB83-7E07-DEF023C1D453}"/>
              </a:ext>
            </a:extLst>
          </p:cNvPr>
          <p:cNvSpPr txBox="1"/>
          <p:nvPr/>
        </p:nvSpPr>
        <p:spPr>
          <a:xfrm>
            <a:off x="6687847" y="843379"/>
            <a:ext cx="2316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B95B6-FDAF-767F-9E4D-E931E9B78A87}"/>
              </a:ext>
            </a:extLst>
          </p:cNvPr>
          <p:cNvSpPr txBox="1"/>
          <p:nvPr/>
        </p:nvSpPr>
        <p:spPr>
          <a:xfrm>
            <a:off x="6809173" y="1491449"/>
            <a:ext cx="3932808" cy="4247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Enter Expenses, Rates, Budget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Convert Currency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Calculate Fees and Total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Find Largest Expense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Compare with Budget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Display Result</a:t>
            </a:r>
          </a:p>
          <a:p>
            <a:r>
              <a:rPr lang="en-US" dirty="0"/>
              <a:t>         ↓</a:t>
            </a:r>
          </a:p>
          <a:p>
            <a:r>
              <a:rPr lang="en-US" dirty="0"/>
              <a:t>        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867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E26F4-9BAF-1010-87EF-1CC352D7E69E}"/>
              </a:ext>
            </a:extLst>
          </p:cNvPr>
          <p:cNvSpPr txBox="1"/>
          <p:nvPr/>
        </p:nvSpPr>
        <p:spPr>
          <a:xfrm>
            <a:off x="266330" y="266330"/>
            <a:ext cx="6888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08 – PSEUDOCODE &amp;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CC7CD-2773-849B-B83E-C21E66F4C408}"/>
              </a:ext>
            </a:extLst>
          </p:cNvPr>
          <p:cNvSpPr txBox="1"/>
          <p:nvPr/>
        </p:nvSpPr>
        <p:spPr>
          <a:xfrm>
            <a:off x="381741" y="834528"/>
            <a:ext cx="2640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95E69-F63A-8ED6-4010-120B05F3AC8C}"/>
              </a:ext>
            </a:extLst>
          </p:cNvPr>
          <p:cNvSpPr txBox="1"/>
          <p:nvPr/>
        </p:nvSpPr>
        <p:spPr>
          <a:xfrm>
            <a:off x="506027" y="1526959"/>
            <a:ext cx="4323425" cy="286232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expenses, rates, budget</a:t>
            </a:r>
          </a:p>
          <a:p>
            <a:r>
              <a:rPr lang="en-US" dirty="0"/>
              <a:t>CONVERT expenses</a:t>
            </a:r>
          </a:p>
          <a:p>
            <a:r>
              <a:rPr lang="en-US" dirty="0"/>
              <a:t>CALCULATE total with fees</a:t>
            </a:r>
          </a:p>
          <a:p>
            <a:r>
              <a:rPr lang="en-US" dirty="0"/>
              <a:t>FIND largest expense</a:t>
            </a:r>
          </a:p>
          <a:p>
            <a:r>
              <a:rPr lang="en-US" dirty="0"/>
              <a:t>IF total &lt;= budget</a:t>
            </a:r>
          </a:p>
          <a:p>
            <a:r>
              <a:rPr lang="en-US" dirty="0"/>
              <a:t>    PRINT "Within Budget"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PRINT "Over Budget"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C2561-C9AB-F1BC-6244-6C7E1B255EA9}"/>
              </a:ext>
            </a:extLst>
          </p:cNvPr>
          <p:cNvSpPr txBox="1"/>
          <p:nvPr/>
        </p:nvSpPr>
        <p:spPr>
          <a:xfrm>
            <a:off x="5879790" y="865867"/>
            <a:ext cx="399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SOURCE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2D1ED-1205-585A-643F-94F31EC01FD2}"/>
              </a:ext>
            </a:extLst>
          </p:cNvPr>
          <p:cNvSpPr txBox="1"/>
          <p:nvPr/>
        </p:nvSpPr>
        <p:spPr>
          <a:xfrm>
            <a:off x="5879791" y="1526959"/>
            <a:ext cx="4498206" cy="39949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expenses = [100, 200, 300]</a:t>
            </a:r>
          </a:p>
          <a:p>
            <a:r>
              <a:rPr lang="en-US" dirty="0"/>
              <a:t>rate = 1.0</a:t>
            </a:r>
          </a:p>
          <a:p>
            <a:r>
              <a:rPr lang="en-US" dirty="0"/>
              <a:t>fee = 10</a:t>
            </a:r>
          </a:p>
          <a:p>
            <a:r>
              <a:rPr lang="en-US" dirty="0"/>
              <a:t>budget = 600</a:t>
            </a:r>
          </a:p>
          <a:p>
            <a:endParaRPr lang="en-US" dirty="0"/>
          </a:p>
          <a:p>
            <a:r>
              <a:rPr lang="en-US" dirty="0"/>
              <a:t>total = sum(expenses) * rate + fee</a:t>
            </a:r>
          </a:p>
          <a:p>
            <a:endParaRPr lang="en-US" dirty="0"/>
          </a:p>
          <a:p>
            <a:r>
              <a:rPr lang="en-US" dirty="0"/>
              <a:t>print("Total:", total)</a:t>
            </a:r>
          </a:p>
          <a:p>
            <a:r>
              <a:rPr lang="en-US" dirty="0"/>
              <a:t>print("Largest Expense:", max(expenses))</a:t>
            </a:r>
          </a:p>
          <a:p>
            <a:endParaRPr lang="en-US" dirty="0"/>
          </a:p>
          <a:p>
            <a:r>
              <a:rPr lang="en-US" dirty="0"/>
              <a:t>if total &lt;= budget:</a:t>
            </a:r>
          </a:p>
          <a:p>
            <a:r>
              <a:rPr lang="en-US" dirty="0"/>
              <a:t>    print("Within Budget")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print("Over Budget")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702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F6851B-4BC5-B778-D4A4-6AD32EAF0119}"/>
              </a:ext>
            </a:extLst>
          </p:cNvPr>
          <p:cNvSpPr txBox="1"/>
          <p:nvPr/>
        </p:nvSpPr>
        <p:spPr>
          <a:xfrm>
            <a:off x="310718" y="257452"/>
            <a:ext cx="5380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08 – Testing &amp;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C1159-614C-F7FF-4290-5408951FEC8B}"/>
              </a:ext>
            </a:extLst>
          </p:cNvPr>
          <p:cNvSpPr txBox="1"/>
          <p:nvPr/>
        </p:nvSpPr>
        <p:spPr>
          <a:xfrm>
            <a:off x="310718" y="719117"/>
            <a:ext cx="6216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CASES WITH EXPECTED OUTPUT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DA8E7D-9056-4D04-2149-CF05FB518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1352"/>
              </p:ext>
            </p:extLst>
          </p:nvPr>
        </p:nvGraphicFramePr>
        <p:xfrm>
          <a:off x="453586" y="1242337"/>
          <a:ext cx="7847034" cy="53582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155">
                  <a:extLst>
                    <a:ext uri="{9D8B030D-6E8A-4147-A177-3AD203B41FA5}">
                      <a16:colId xmlns:a16="http://schemas.microsoft.com/office/drawing/2014/main" val="15490538"/>
                    </a:ext>
                  </a:extLst>
                </a:gridCol>
                <a:gridCol w="2354855">
                  <a:extLst>
                    <a:ext uri="{9D8B030D-6E8A-4147-A177-3AD203B41FA5}">
                      <a16:colId xmlns:a16="http://schemas.microsoft.com/office/drawing/2014/main" val="137439327"/>
                    </a:ext>
                  </a:extLst>
                </a:gridCol>
                <a:gridCol w="2354855">
                  <a:extLst>
                    <a:ext uri="{9D8B030D-6E8A-4147-A177-3AD203B41FA5}">
                      <a16:colId xmlns:a16="http://schemas.microsoft.com/office/drawing/2014/main" val="816652536"/>
                    </a:ext>
                  </a:extLst>
                </a:gridCol>
                <a:gridCol w="1086169">
                  <a:extLst>
                    <a:ext uri="{9D8B030D-6E8A-4147-A177-3AD203B41FA5}">
                      <a16:colId xmlns:a16="http://schemas.microsoft.com/office/drawing/2014/main" val="3563998292"/>
                    </a:ext>
                  </a:extLst>
                </a:gridCol>
              </a:tblGrid>
              <a:tr h="114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17944"/>
                  </a:ext>
                </a:extLst>
              </a:tr>
              <a:tr h="140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100, 200, 300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Total: 610, Over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457976"/>
                  </a:ext>
                </a:extLst>
              </a:tr>
              <a:tr h="140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100, 150, 200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Total: 460, Within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90225"/>
                  </a:ext>
                </a:extLst>
              </a:tr>
              <a:tr h="140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50, 100, 150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Total: 310, Within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19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086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F389D-D0DB-1D96-F716-B738B111B943}"/>
              </a:ext>
            </a:extLst>
          </p:cNvPr>
          <p:cNvSpPr txBox="1"/>
          <p:nvPr/>
        </p:nvSpPr>
        <p:spPr>
          <a:xfrm>
            <a:off x="213064" y="346229"/>
            <a:ext cx="376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76898-1997-32EC-11E3-483CBF8F7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17" r="1199"/>
          <a:stretch>
            <a:fillRect/>
          </a:stretch>
        </p:blipFill>
        <p:spPr>
          <a:xfrm>
            <a:off x="346229" y="1010149"/>
            <a:ext cx="6143348" cy="3302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7607C-3519-DF0A-917A-C5F4FD124DA8}"/>
              </a:ext>
            </a:extLst>
          </p:cNvPr>
          <p:cNvSpPr txBox="1"/>
          <p:nvPr/>
        </p:nvSpPr>
        <p:spPr>
          <a:xfrm>
            <a:off x="346230" y="4453697"/>
            <a:ext cx="267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88E0F-ABB6-1307-330D-7826E04FDB5D}"/>
              </a:ext>
            </a:extLst>
          </p:cNvPr>
          <p:cNvSpPr txBox="1"/>
          <p:nvPr/>
        </p:nvSpPr>
        <p:spPr>
          <a:xfrm>
            <a:off x="346229" y="4976917"/>
            <a:ext cx="11185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program converts travel expenses, calculates the total cost, identifies the largest expense, and checks whether the expenses are within the budget.</a:t>
            </a:r>
          </a:p>
        </p:txBody>
      </p:sp>
    </p:spTree>
    <p:extLst>
      <p:ext uri="{BB962C8B-B14F-4D97-AF65-F5344CB8AC3E}">
        <p14:creationId xmlns:p14="http://schemas.microsoft.com/office/powerpoint/2010/main" val="2230216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09896-CE62-2498-7C36-46EE79190F5E}"/>
              </a:ext>
            </a:extLst>
          </p:cNvPr>
          <p:cNvSpPr txBox="1"/>
          <p:nvPr/>
        </p:nvSpPr>
        <p:spPr>
          <a:xfrm>
            <a:off x="115411" y="186431"/>
            <a:ext cx="715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STUDY 09 - Campus Event Financial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F83BC-F9D8-15D8-95EF-9B9B2BDBD83B}"/>
              </a:ext>
            </a:extLst>
          </p:cNvPr>
          <p:cNvSpPr txBox="1"/>
          <p:nvPr/>
        </p:nvSpPr>
        <p:spPr>
          <a:xfrm>
            <a:off x="115411" y="648096"/>
            <a:ext cx="2336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0817A-FDB9-12E8-234E-2AE17CFA304E}"/>
              </a:ext>
            </a:extLst>
          </p:cNvPr>
          <p:cNvSpPr txBox="1"/>
          <p:nvPr/>
        </p:nvSpPr>
        <p:spPr>
          <a:xfrm>
            <a:off x="115411" y="1171317"/>
            <a:ext cx="48294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To calculate venue, equipment, catering, transport, and certificate costs.</a:t>
            </a:r>
          </a:p>
          <a:p>
            <a:pPr lvl="0"/>
            <a:r>
              <a:rPr lang="en-IN" dirty="0"/>
              <a:t>To calculate the total event cost.</a:t>
            </a:r>
          </a:p>
          <a:p>
            <a:pPr lvl="0"/>
            <a:r>
              <a:rPr lang="en-IN" dirty="0"/>
              <a:t>To determine participant contributions.</a:t>
            </a:r>
          </a:p>
          <a:p>
            <a:pPr lvl="0"/>
            <a:r>
              <a:rPr lang="en-IN" dirty="0"/>
              <a:t>To calculate the sponsorship shortfall.</a:t>
            </a:r>
          </a:p>
          <a:p>
            <a:pPr lvl="0"/>
            <a:r>
              <a:rPr lang="en-IN" dirty="0"/>
              <a:t>To find the minimum number of registrations needed to break even.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CB247-6697-A045-C8C0-C9628897C04C}"/>
              </a:ext>
            </a:extLst>
          </p:cNvPr>
          <p:cNvSpPr txBox="1"/>
          <p:nvPr/>
        </p:nvSpPr>
        <p:spPr>
          <a:xfrm>
            <a:off x="5610687" y="807868"/>
            <a:ext cx="251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6D2B2-E5FC-8A74-BE88-9034017C98A7}"/>
              </a:ext>
            </a:extLst>
          </p:cNvPr>
          <p:cNvSpPr txBox="1"/>
          <p:nvPr/>
        </p:nvSpPr>
        <p:spPr>
          <a:xfrm>
            <a:off x="5690587" y="1402672"/>
            <a:ext cx="43234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All event expenses are known.</a:t>
            </a:r>
          </a:p>
          <a:p>
            <a:pPr lvl="0"/>
            <a:r>
              <a:rPr lang="en-IN" dirty="0"/>
              <a:t>Participant registration fees are fixed.</a:t>
            </a:r>
          </a:p>
          <a:p>
            <a:pPr lvl="0"/>
            <a:r>
              <a:rPr lang="en-IN" dirty="0"/>
              <a:t>Sponsorship amount is given.</a:t>
            </a:r>
          </a:p>
          <a:p>
            <a:pPr lvl="0"/>
            <a:r>
              <a:rPr lang="en-IN" dirty="0"/>
              <a:t>Each participant pays the same registration fee.</a:t>
            </a:r>
          </a:p>
          <a:p>
            <a:pPr lvl="0"/>
            <a:r>
              <a:rPr lang="en-IN" dirty="0"/>
              <a:t>The break-even count is calculated based on total costs and income.</a:t>
            </a:r>
          </a:p>
        </p:txBody>
      </p:sp>
    </p:spTree>
    <p:extLst>
      <p:ext uri="{BB962C8B-B14F-4D97-AF65-F5344CB8AC3E}">
        <p14:creationId xmlns:p14="http://schemas.microsoft.com/office/powerpoint/2010/main" val="1564766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56FA7-BCD0-A79A-1C08-6B0E6F89BF0A}"/>
              </a:ext>
            </a:extLst>
          </p:cNvPr>
          <p:cNvSpPr txBox="1"/>
          <p:nvPr/>
        </p:nvSpPr>
        <p:spPr>
          <a:xfrm>
            <a:off x="1" y="97654"/>
            <a:ext cx="583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dirty="0"/>
              <a:t>CASE STUDY 09 – Algorithm &amp; Flowchart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4FE97-FFC4-3EB2-4C64-F02C4C383E5D}"/>
              </a:ext>
            </a:extLst>
          </p:cNvPr>
          <p:cNvSpPr txBox="1"/>
          <p:nvPr/>
        </p:nvSpPr>
        <p:spPr>
          <a:xfrm>
            <a:off x="319595" y="1313334"/>
            <a:ext cx="5264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all event costs, registration fee, and sponsorship.</a:t>
            </a:r>
          </a:p>
          <a:p>
            <a:pPr lvl="0"/>
            <a:r>
              <a:rPr lang="en-IN" dirty="0"/>
              <a:t>Calculate total event cost.</a:t>
            </a:r>
          </a:p>
          <a:p>
            <a:pPr lvl="0"/>
            <a:r>
              <a:rPr lang="en-IN" dirty="0"/>
              <a:t>Calculate sponsorship shortfall.</a:t>
            </a:r>
          </a:p>
          <a:p>
            <a:pPr lvl="0"/>
            <a:r>
              <a:rPr lang="en-IN" dirty="0"/>
              <a:t>Calculate participant contributions.</a:t>
            </a:r>
          </a:p>
          <a:p>
            <a:pPr lvl="0"/>
            <a:r>
              <a:rPr lang="en-IN" dirty="0"/>
              <a:t>Find the minimum registrations to break even.</a:t>
            </a:r>
          </a:p>
          <a:p>
            <a:pPr lvl="0"/>
            <a:r>
              <a:rPr lang="en-IN" dirty="0"/>
              <a:t>Display the results.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05462-4BC6-B306-5C09-6AE4501603AE}"/>
              </a:ext>
            </a:extLst>
          </p:cNvPr>
          <p:cNvSpPr txBox="1"/>
          <p:nvPr/>
        </p:nvSpPr>
        <p:spPr>
          <a:xfrm>
            <a:off x="319596" y="790113"/>
            <a:ext cx="210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3D4D4-23C2-D670-4FFA-617CEE8A1818}"/>
              </a:ext>
            </a:extLst>
          </p:cNvPr>
          <p:cNvSpPr txBox="1"/>
          <p:nvPr/>
        </p:nvSpPr>
        <p:spPr>
          <a:xfrm>
            <a:off x="6196614" y="790113"/>
            <a:ext cx="2381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F69C7-BC75-0549-B405-0BF420487D79}"/>
              </a:ext>
            </a:extLst>
          </p:cNvPr>
          <p:cNvSpPr txBox="1"/>
          <p:nvPr/>
        </p:nvSpPr>
        <p:spPr>
          <a:xfrm>
            <a:off x="6267635" y="1447060"/>
            <a:ext cx="27343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START</a:t>
            </a:r>
          </a:p>
          <a:p>
            <a:r>
              <a:rPr lang="en-US"/>
              <a:t>       ↓</a:t>
            </a:r>
          </a:p>
          <a:p>
            <a:r>
              <a:rPr lang="en-US"/>
              <a:t>  Enter Event Costs</a:t>
            </a:r>
          </a:p>
          <a:p>
            <a:r>
              <a:rPr lang="en-US"/>
              <a:t>       ↓</a:t>
            </a:r>
          </a:p>
          <a:p>
            <a:r>
              <a:rPr lang="en-US"/>
              <a:t> Calculate Total Cost</a:t>
            </a:r>
          </a:p>
          <a:p>
            <a:r>
              <a:rPr lang="en-US"/>
              <a:t>       ↓</a:t>
            </a:r>
          </a:p>
          <a:p>
            <a:r>
              <a:rPr lang="en-US"/>
              <a:t> Calculate Shortfall</a:t>
            </a:r>
          </a:p>
          <a:p>
            <a:r>
              <a:rPr lang="en-US"/>
              <a:t>       ↓</a:t>
            </a:r>
          </a:p>
          <a:p>
            <a:r>
              <a:rPr lang="en-US"/>
              <a:t> Find Break-even</a:t>
            </a:r>
          </a:p>
          <a:p>
            <a:r>
              <a:rPr lang="en-US"/>
              <a:t> Registrations</a:t>
            </a:r>
          </a:p>
          <a:p>
            <a:r>
              <a:rPr lang="en-US"/>
              <a:t>       ↓</a:t>
            </a:r>
          </a:p>
          <a:p>
            <a:r>
              <a:rPr lang="en-US"/>
              <a:t> Display Results</a:t>
            </a:r>
          </a:p>
          <a:p>
            <a:r>
              <a:rPr lang="en-US"/>
              <a:t>       ↓</a:t>
            </a:r>
          </a:p>
          <a:p>
            <a:r>
              <a:rPr lang="en-US"/>
              <a:t>      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194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0E591-129B-CA74-96B1-31F6D8AD5BED}"/>
              </a:ext>
            </a:extLst>
          </p:cNvPr>
          <p:cNvSpPr txBox="1"/>
          <p:nvPr/>
        </p:nvSpPr>
        <p:spPr>
          <a:xfrm>
            <a:off x="266330" y="319596"/>
            <a:ext cx="6888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09 – PSEUDOCODE &amp;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F52CA-3A66-B8FD-7E44-233AF691E72B}"/>
              </a:ext>
            </a:extLst>
          </p:cNvPr>
          <p:cNvSpPr txBox="1"/>
          <p:nvPr/>
        </p:nvSpPr>
        <p:spPr>
          <a:xfrm>
            <a:off x="266331" y="781261"/>
            <a:ext cx="264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92061-19AE-FD31-C2C6-70ADDA50AA3B}"/>
              </a:ext>
            </a:extLst>
          </p:cNvPr>
          <p:cNvSpPr txBox="1"/>
          <p:nvPr/>
        </p:nvSpPr>
        <p:spPr>
          <a:xfrm>
            <a:off x="426129" y="1473693"/>
            <a:ext cx="38351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START</a:t>
            </a:r>
          </a:p>
          <a:p>
            <a:r>
              <a:rPr lang="en-US"/>
              <a:t>INPUT event costs, fee, sponsorship</a:t>
            </a:r>
          </a:p>
          <a:p>
            <a:r>
              <a:rPr lang="en-US"/>
              <a:t>CALCULATE total cost</a:t>
            </a:r>
          </a:p>
          <a:p>
            <a:r>
              <a:rPr lang="en-US"/>
              <a:t>CALCULATE sponsorship shortfall</a:t>
            </a:r>
          </a:p>
          <a:p>
            <a:r>
              <a:rPr lang="en-US"/>
              <a:t>CALCULATE participant contributions</a:t>
            </a:r>
          </a:p>
          <a:p>
            <a:r>
              <a:rPr lang="en-US"/>
              <a:t>FIND break-even registrations</a:t>
            </a:r>
          </a:p>
          <a:p>
            <a:r>
              <a:rPr lang="en-US"/>
              <a:t>DISPLAY results</a:t>
            </a:r>
          </a:p>
          <a:p>
            <a:r>
              <a:rPr lang="en-US"/>
              <a:t>STOP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A838D-2439-C1EF-436D-50C1136CE088}"/>
              </a:ext>
            </a:extLst>
          </p:cNvPr>
          <p:cNvSpPr txBox="1"/>
          <p:nvPr/>
        </p:nvSpPr>
        <p:spPr>
          <a:xfrm>
            <a:off x="5637320" y="852256"/>
            <a:ext cx="276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6234A-4DBC-45D4-A638-E4A73DA96939}"/>
              </a:ext>
            </a:extLst>
          </p:cNvPr>
          <p:cNvSpPr txBox="1"/>
          <p:nvPr/>
        </p:nvSpPr>
        <p:spPr>
          <a:xfrm>
            <a:off x="5708342" y="1491448"/>
            <a:ext cx="47850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= 21000</a:t>
            </a:r>
          </a:p>
          <a:p>
            <a:r>
              <a:rPr lang="en-US" dirty="0"/>
              <a:t>sponsorship = 15000</a:t>
            </a:r>
          </a:p>
          <a:p>
            <a:r>
              <a:rPr lang="en-US" dirty="0"/>
              <a:t>fee = 200</a:t>
            </a:r>
          </a:p>
          <a:p>
            <a:endParaRPr lang="en-US" dirty="0"/>
          </a:p>
          <a:p>
            <a:r>
              <a:rPr lang="en-US" dirty="0"/>
              <a:t>shortfall = max(0, cost - sponsorship)</a:t>
            </a:r>
          </a:p>
          <a:p>
            <a:r>
              <a:rPr lang="en-US" dirty="0"/>
              <a:t>participants = (shortfall + fee - 1) // fee</a:t>
            </a:r>
          </a:p>
          <a:p>
            <a:endParaRPr lang="en-US" dirty="0"/>
          </a:p>
          <a:p>
            <a:r>
              <a:rPr lang="en-US" dirty="0"/>
              <a:t>print("Total Cost:", cost)</a:t>
            </a:r>
          </a:p>
          <a:p>
            <a:r>
              <a:rPr lang="en-US" dirty="0"/>
              <a:t>print("Shortfall:", shortfall)</a:t>
            </a:r>
          </a:p>
          <a:p>
            <a:r>
              <a:rPr lang="en-US" dirty="0"/>
              <a:t>print("Break-even Registrations:", participants)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484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42BD7-6E4F-3C92-8877-271236AA8EB9}"/>
              </a:ext>
            </a:extLst>
          </p:cNvPr>
          <p:cNvSpPr txBox="1"/>
          <p:nvPr/>
        </p:nvSpPr>
        <p:spPr>
          <a:xfrm>
            <a:off x="230819" y="213064"/>
            <a:ext cx="531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09 – Testing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A9A8A-1AC5-9EC8-B3F9-787328D83E74}"/>
              </a:ext>
            </a:extLst>
          </p:cNvPr>
          <p:cNvSpPr txBox="1"/>
          <p:nvPr/>
        </p:nvSpPr>
        <p:spPr>
          <a:xfrm>
            <a:off x="292963" y="674729"/>
            <a:ext cx="6276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TEST CASES WITH EXPECTED OUTPUT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4DEEF8-75B6-924D-E742-6155E593A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89207"/>
              </p:ext>
            </p:extLst>
          </p:nvPr>
        </p:nvGraphicFramePr>
        <p:xfrm>
          <a:off x="292962" y="1327212"/>
          <a:ext cx="7617040" cy="3448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408">
                  <a:extLst>
                    <a:ext uri="{9D8B030D-6E8A-4147-A177-3AD203B41FA5}">
                      <a16:colId xmlns:a16="http://schemas.microsoft.com/office/drawing/2014/main" val="467340887"/>
                    </a:ext>
                  </a:extLst>
                </a:gridCol>
                <a:gridCol w="1523408">
                  <a:extLst>
                    <a:ext uri="{9D8B030D-6E8A-4147-A177-3AD203B41FA5}">
                      <a16:colId xmlns:a16="http://schemas.microsoft.com/office/drawing/2014/main" val="3997039603"/>
                    </a:ext>
                  </a:extLst>
                </a:gridCol>
                <a:gridCol w="1523408">
                  <a:extLst>
                    <a:ext uri="{9D8B030D-6E8A-4147-A177-3AD203B41FA5}">
                      <a16:colId xmlns:a16="http://schemas.microsoft.com/office/drawing/2014/main" val="4075275783"/>
                    </a:ext>
                  </a:extLst>
                </a:gridCol>
                <a:gridCol w="1523408">
                  <a:extLst>
                    <a:ext uri="{9D8B030D-6E8A-4147-A177-3AD203B41FA5}">
                      <a16:colId xmlns:a16="http://schemas.microsoft.com/office/drawing/2014/main" val="1738615647"/>
                    </a:ext>
                  </a:extLst>
                </a:gridCol>
                <a:gridCol w="1523408">
                  <a:extLst>
                    <a:ext uri="{9D8B030D-6E8A-4147-A177-3AD203B41FA5}">
                      <a16:colId xmlns:a16="http://schemas.microsoft.com/office/drawing/2014/main" val="2646303528"/>
                    </a:ext>
                  </a:extLst>
                </a:gridCol>
              </a:tblGrid>
              <a:tr h="862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Sponsorship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Shortfall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216841"/>
                  </a:ext>
                </a:extLst>
              </a:tr>
              <a:tr h="862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865544"/>
                  </a:ext>
                </a:extLst>
              </a:tr>
              <a:tr h="862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518520"/>
                  </a:ext>
                </a:extLst>
              </a:tr>
              <a:tr h="862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760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798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7CC8B-A1A5-C18B-DEFF-69FB4181354E}"/>
              </a:ext>
            </a:extLst>
          </p:cNvPr>
          <p:cNvSpPr txBox="1"/>
          <p:nvPr/>
        </p:nvSpPr>
        <p:spPr>
          <a:xfrm>
            <a:off x="177553" y="275208"/>
            <a:ext cx="376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8488C-4877-D332-73BE-04546647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27393" r="2035"/>
          <a:stretch>
            <a:fillRect/>
          </a:stretch>
        </p:blipFill>
        <p:spPr>
          <a:xfrm>
            <a:off x="165905" y="932155"/>
            <a:ext cx="6514228" cy="2722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F82104-300C-9642-3C5E-E6BB85E50A2E}"/>
              </a:ext>
            </a:extLst>
          </p:cNvPr>
          <p:cNvSpPr txBox="1"/>
          <p:nvPr/>
        </p:nvSpPr>
        <p:spPr>
          <a:xfrm>
            <a:off x="88776" y="3778797"/>
            <a:ext cx="2422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CD94E-3C22-C9B3-668A-63FD929932DB}"/>
              </a:ext>
            </a:extLst>
          </p:cNvPr>
          <p:cNvSpPr txBox="1"/>
          <p:nvPr/>
        </p:nvSpPr>
        <p:spPr>
          <a:xfrm>
            <a:off x="88777" y="4302017"/>
            <a:ext cx="9238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program calculates the total event cost, sponsorship shortfall, and minimum number of registrations required to break even.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5821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1252-AE6B-4110-AD45-C45C2DC08FF7}"/>
              </a:ext>
            </a:extLst>
          </p:cNvPr>
          <p:cNvSpPr txBox="1"/>
          <p:nvPr/>
        </p:nvSpPr>
        <p:spPr>
          <a:xfrm>
            <a:off x="355107" y="363984"/>
            <a:ext cx="864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STUDY 10 - </a:t>
            </a:r>
            <a:r>
              <a:rPr lang="en-US" sz="2400" dirty="0"/>
              <a:t>Examination Result and Grace-Mark Validation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07290-4E50-742D-B0EE-E90EEC062C8E}"/>
              </a:ext>
            </a:extLst>
          </p:cNvPr>
          <p:cNvSpPr txBox="1"/>
          <p:nvPr/>
        </p:nvSpPr>
        <p:spPr>
          <a:xfrm>
            <a:off x="355107" y="1083075"/>
            <a:ext cx="237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3F408-1752-9879-75E3-17347FD3CC6E}"/>
              </a:ext>
            </a:extLst>
          </p:cNvPr>
          <p:cNvSpPr txBox="1"/>
          <p:nvPr/>
        </p:nvSpPr>
        <p:spPr>
          <a:xfrm>
            <a:off x="355107" y="1606295"/>
            <a:ext cx="4607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/>
              <a:t>To calculate total marks across multiple subjects.</a:t>
            </a:r>
          </a:p>
          <a:p>
            <a:pPr lvl="0"/>
            <a:r>
              <a:rPr lang="en-IN"/>
              <a:t>To check subject-wise pass criteria.</a:t>
            </a:r>
          </a:p>
          <a:p>
            <a:pPr lvl="0"/>
            <a:r>
              <a:rPr lang="en-IN"/>
              <a:t>To apply the specified grace-mark policy.</a:t>
            </a:r>
          </a:p>
          <a:p>
            <a:pPr lvl="0"/>
            <a:r>
              <a:rPr lang="en-IN"/>
              <a:t>To ensure marks do not exceed maximum marks.</a:t>
            </a:r>
          </a:p>
          <a:p>
            <a:pPr lvl="0"/>
            <a:r>
              <a:rPr lang="en-IN"/>
              <a:t>To generate the final result and classification.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0F300-9B65-99E1-D42C-4C007B3EF01C}"/>
              </a:ext>
            </a:extLst>
          </p:cNvPr>
          <p:cNvSpPr txBox="1"/>
          <p:nvPr/>
        </p:nvSpPr>
        <p:spPr>
          <a:xfrm>
            <a:off x="5291091" y="1118586"/>
            <a:ext cx="251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ASSUMPTIONS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7902C-7F16-7C84-E0C5-367719AF08B7}"/>
              </a:ext>
            </a:extLst>
          </p:cNvPr>
          <p:cNvSpPr txBox="1"/>
          <p:nvPr/>
        </p:nvSpPr>
        <p:spPr>
          <a:xfrm>
            <a:off x="5291091" y="1641806"/>
            <a:ext cx="41281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Marks for all subjects are provided.</a:t>
            </a:r>
          </a:p>
          <a:p>
            <a:pPr lvl="0"/>
            <a:r>
              <a:rPr lang="en-IN" dirty="0"/>
              <a:t>Maximum marks for each subject are fixed.</a:t>
            </a:r>
          </a:p>
          <a:p>
            <a:pPr lvl="0"/>
            <a:r>
              <a:rPr lang="en-IN" dirty="0"/>
              <a:t>Minimum pass marks are specified.</a:t>
            </a:r>
          </a:p>
          <a:p>
            <a:pPr lvl="0"/>
            <a:r>
              <a:rPr lang="en-IN" dirty="0"/>
              <a:t>Grace marks are given according to the policy.</a:t>
            </a:r>
          </a:p>
          <a:p>
            <a:pPr lvl="0"/>
            <a:r>
              <a:rPr lang="en-IN" dirty="0"/>
              <a:t>Final marks cannot exceed maximum marks.</a:t>
            </a:r>
          </a:p>
        </p:txBody>
      </p:sp>
    </p:spTree>
    <p:extLst>
      <p:ext uri="{BB962C8B-B14F-4D97-AF65-F5344CB8AC3E}">
        <p14:creationId xmlns:p14="http://schemas.microsoft.com/office/powerpoint/2010/main" val="19650410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7DE1A-9B9E-5992-D36E-B6C76EA95DCD}"/>
              </a:ext>
            </a:extLst>
          </p:cNvPr>
          <p:cNvSpPr txBox="1"/>
          <p:nvPr/>
        </p:nvSpPr>
        <p:spPr>
          <a:xfrm>
            <a:off x="186431" y="292963"/>
            <a:ext cx="6257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10 – ALGORITHM &amp;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9F9B8-6A23-2EBB-53A7-FE12514587A4}"/>
              </a:ext>
            </a:extLst>
          </p:cNvPr>
          <p:cNvSpPr txBox="1"/>
          <p:nvPr/>
        </p:nvSpPr>
        <p:spPr>
          <a:xfrm>
            <a:off x="248575" y="754628"/>
            <a:ext cx="220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D3B9-558C-0793-4F20-01B0BCE09226}"/>
              </a:ext>
            </a:extLst>
          </p:cNvPr>
          <p:cNvSpPr txBox="1"/>
          <p:nvPr/>
        </p:nvSpPr>
        <p:spPr>
          <a:xfrm>
            <a:off x="248575" y="1376039"/>
            <a:ext cx="4003829" cy="295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Start.</a:t>
            </a:r>
          </a:p>
          <a:p>
            <a:pPr lvl="0"/>
            <a:r>
              <a:rPr lang="en-IN" dirty="0"/>
              <a:t>Enter marks for all subjects.</a:t>
            </a:r>
          </a:p>
          <a:p>
            <a:pPr lvl="0"/>
            <a:r>
              <a:rPr lang="en-IN" dirty="0"/>
              <a:t>Check subject-wise pass marks.</a:t>
            </a:r>
          </a:p>
          <a:p>
            <a:pPr lvl="0"/>
            <a:r>
              <a:rPr lang="en-IN" dirty="0"/>
              <a:t>Apply grace marks if eligible.</a:t>
            </a:r>
          </a:p>
          <a:p>
            <a:pPr lvl="0"/>
            <a:r>
              <a:rPr lang="en-IN" dirty="0"/>
              <a:t>Ensure marks do not exceed maximum marks.</a:t>
            </a:r>
          </a:p>
          <a:p>
            <a:pPr lvl="0"/>
            <a:r>
              <a:rPr lang="en-IN" dirty="0"/>
              <a:t>Calculate total marks and classification.</a:t>
            </a:r>
          </a:p>
          <a:p>
            <a:pPr lvl="0"/>
            <a:r>
              <a:rPr lang="en-IN" dirty="0"/>
              <a:t>Display the final result.</a:t>
            </a:r>
          </a:p>
          <a:p>
            <a:pPr lvl="0"/>
            <a:r>
              <a:rPr lang="en-IN" dirty="0"/>
              <a:t>Stop.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67774-7E03-CEFE-9AD4-2BC5A0E8E818}"/>
              </a:ext>
            </a:extLst>
          </p:cNvPr>
          <p:cNvSpPr txBox="1"/>
          <p:nvPr/>
        </p:nvSpPr>
        <p:spPr>
          <a:xfrm>
            <a:off x="5193437" y="754628"/>
            <a:ext cx="2301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FLOWCHART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14DE7-64D5-4535-F386-3988792BC607}"/>
              </a:ext>
            </a:extLst>
          </p:cNvPr>
          <p:cNvSpPr txBox="1"/>
          <p:nvPr/>
        </p:nvSpPr>
        <p:spPr>
          <a:xfrm>
            <a:off x="5353235" y="1473693"/>
            <a:ext cx="33380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START</a:t>
            </a:r>
          </a:p>
          <a:p>
            <a:r>
              <a:rPr lang="en-IN"/>
              <a:t>         ↓</a:t>
            </a:r>
          </a:p>
          <a:p>
            <a:r>
              <a:rPr lang="en-IN"/>
              <a:t>     Enter Marks</a:t>
            </a:r>
          </a:p>
          <a:p>
            <a:r>
              <a:rPr lang="en-IN"/>
              <a:t>         ↓</a:t>
            </a:r>
          </a:p>
          <a:p>
            <a:r>
              <a:rPr lang="en-IN"/>
              <a:t> Check Pass Criteria</a:t>
            </a:r>
          </a:p>
          <a:p>
            <a:r>
              <a:rPr lang="en-IN"/>
              <a:t>         ↓</a:t>
            </a:r>
          </a:p>
          <a:p>
            <a:r>
              <a:rPr lang="en-IN"/>
              <a:t> Apply Grace Marks</a:t>
            </a:r>
          </a:p>
          <a:p>
            <a:r>
              <a:rPr lang="en-IN"/>
              <a:t>         ↓</a:t>
            </a:r>
          </a:p>
          <a:p>
            <a:r>
              <a:rPr lang="en-IN"/>
              <a:t> Validate Maximum Marks</a:t>
            </a:r>
          </a:p>
          <a:p>
            <a:r>
              <a:rPr lang="en-IN"/>
              <a:t>         ↓</a:t>
            </a:r>
          </a:p>
          <a:p>
            <a:r>
              <a:rPr lang="en-IN"/>
              <a:t> Calculate Total &amp; Grade</a:t>
            </a:r>
          </a:p>
          <a:p>
            <a:r>
              <a:rPr lang="en-IN"/>
              <a:t>         ↓</a:t>
            </a:r>
          </a:p>
          <a:p>
            <a:r>
              <a:rPr lang="en-IN"/>
              <a:t>    Display Result</a:t>
            </a:r>
          </a:p>
          <a:p>
            <a:r>
              <a:rPr lang="en-IN"/>
              <a:t>         ↓</a:t>
            </a:r>
          </a:p>
          <a:p>
            <a:r>
              <a:rPr lang="en-IN"/>
              <a:t>        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332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65950-928A-469B-6083-93E4373372A7}"/>
              </a:ext>
            </a:extLst>
          </p:cNvPr>
          <p:cNvSpPr txBox="1"/>
          <p:nvPr/>
        </p:nvSpPr>
        <p:spPr>
          <a:xfrm>
            <a:off x="275208" y="310718"/>
            <a:ext cx="6888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10 – PSEUDOCODE &amp; PYTHON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D47F9-317D-571B-F4D3-1BB965862229}"/>
              </a:ext>
            </a:extLst>
          </p:cNvPr>
          <p:cNvSpPr txBox="1"/>
          <p:nvPr/>
        </p:nvSpPr>
        <p:spPr>
          <a:xfrm>
            <a:off x="399495" y="861134"/>
            <a:ext cx="2507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B736F-0D29-7559-337F-AFD13BC1A277}"/>
              </a:ext>
            </a:extLst>
          </p:cNvPr>
          <p:cNvSpPr txBox="1"/>
          <p:nvPr/>
        </p:nvSpPr>
        <p:spPr>
          <a:xfrm>
            <a:off x="506027" y="1482571"/>
            <a:ext cx="41103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INPUT subject marks</a:t>
            </a:r>
          </a:p>
          <a:p>
            <a:r>
              <a:rPr lang="en-US" dirty="0"/>
              <a:t>CHECK pass criteria</a:t>
            </a:r>
          </a:p>
          <a:p>
            <a:r>
              <a:rPr lang="en-US" dirty="0"/>
              <a:t>APPLY grace marks if eligible</a:t>
            </a:r>
          </a:p>
          <a:p>
            <a:r>
              <a:rPr lang="en-US" dirty="0"/>
              <a:t>LIMIT marks to maximum</a:t>
            </a:r>
          </a:p>
          <a:p>
            <a:r>
              <a:rPr lang="en-US" dirty="0"/>
              <a:t>CALCULATE total and grade</a:t>
            </a:r>
          </a:p>
          <a:p>
            <a:r>
              <a:rPr lang="en-US" dirty="0"/>
              <a:t>DISPLAY final result</a:t>
            </a:r>
          </a:p>
          <a:p>
            <a:r>
              <a:rPr lang="en-US" dirty="0"/>
              <a:t>STOP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67BD7-CBA6-C8E3-116B-49909689B669}"/>
              </a:ext>
            </a:extLst>
          </p:cNvPr>
          <p:cNvSpPr txBox="1"/>
          <p:nvPr/>
        </p:nvSpPr>
        <p:spPr>
          <a:xfrm>
            <a:off x="5335480" y="958788"/>
            <a:ext cx="3752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 SORCE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463BB-C433-0073-ADA4-BD1EA501BF98}"/>
              </a:ext>
            </a:extLst>
          </p:cNvPr>
          <p:cNvSpPr txBox="1"/>
          <p:nvPr/>
        </p:nvSpPr>
        <p:spPr>
          <a:xfrm>
            <a:off x="5592932" y="1633491"/>
            <a:ext cx="4376691" cy="382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marks = [35, 32, 40]</a:t>
            </a:r>
          </a:p>
          <a:p>
            <a:r>
              <a:rPr lang="en-US" dirty="0"/>
              <a:t>grace = 3</a:t>
            </a:r>
          </a:p>
          <a:p>
            <a:r>
              <a:rPr lang="en-US" dirty="0"/>
              <a:t>passed = []</a:t>
            </a:r>
          </a:p>
          <a:p>
            <a:endParaRPr lang="en-US" dirty="0"/>
          </a:p>
          <a:p>
            <a:r>
              <a:rPr lang="en-US" dirty="0"/>
              <a:t>for m in marks:</a:t>
            </a:r>
          </a:p>
          <a:p>
            <a:r>
              <a:rPr lang="en-US" dirty="0"/>
              <a:t>    if m &lt; 35 and m + grace &gt;= 35:</a:t>
            </a:r>
          </a:p>
          <a:p>
            <a:r>
              <a:rPr lang="en-US" dirty="0"/>
              <a:t>        m = min(m + grace, 100)</a:t>
            </a:r>
          </a:p>
          <a:p>
            <a:r>
              <a:rPr lang="en-US" dirty="0"/>
              <a:t>    </a:t>
            </a:r>
            <a:r>
              <a:rPr lang="en-US" dirty="0" err="1"/>
              <a:t>passed.append</a:t>
            </a:r>
            <a:r>
              <a:rPr lang="en-US" dirty="0"/>
              <a:t>(m)</a:t>
            </a:r>
          </a:p>
          <a:p>
            <a:endParaRPr lang="en-US" dirty="0"/>
          </a:p>
          <a:p>
            <a:r>
              <a:rPr lang="en-US" dirty="0"/>
              <a:t>print("Marks:", passed)</a:t>
            </a:r>
          </a:p>
          <a:p>
            <a:r>
              <a:rPr lang="en-US" dirty="0"/>
              <a:t>print("Total:", sum(passed))</a:t>
            </a:r>
          </a:p>
          <a:p>
            <a:r>
              <a:rPr lang="en-US" dirty="0"/>
              <a:t>print("Result:", "Pass" if all(m &gt;= 35 for m in passed) else "Fail")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869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97C86D-0F31-AA86-5C4B-0303A681A91E}"/>
              </a:ext>
            </a:extLst>
          </p:cNvPr>
          <p:cNvSpPr txBox="1"/>
          <p:nvPr/>
        </p:nvSpPr>
        <p:spPr>
          <a:xfrm>
            <a:off x="292963" y="372862"/>
            <a:ext cx="5138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dirty="0"/>
              <a:t>Case Study 10 – Testing &amp;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0CDAD-66F4-3B7E-3771-979A56867CAA}"/>
              </a:ext>
            </a:extLst>
          </p:cNvPr>
          <p:cNvSpPr txBox="1"/>
          <p:nvPr/>
        </p:nvSpPr>
        <p:spPr>
          <a:xfrm>
            <a:off x="186267" y="753533"/>
            <a:ext cx="6447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TEST CASES WITH EXPECTED OUTPUT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A212C9-D52E-8D0C-EED9-4C20ACAC9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00710"/>
              </p:ext>
            </p:extLst>
          </p:nvPr>
        </p:nvGraphicFramePr>
        <p:xfrm>
          <a:off x="346229" y="1464733"/>
          <a:ext cx="4852305" cy="302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7435">
                  <a:extLst>
                    <a:ext uri="{9D8B030D-6E8A-4147-A177-3AD203B41FA5}">
                      <a16:colId xmlns:a16="http://schemas.microsoft.com/office/drawing/2014/main" val="3369576255"/>
                    </a:ext>
                  </a:extLst>
                </a:gridCol>
                <a:gridCol w="1617435">
                  <a:extLst>
                    <a:ext uri="{9D8B030D-6E8A-4147-A177-3AD203B41FA5}">
                      <a16:colId xmlns:a16="http://schemas.microsoft.com/office/drawing/2014/main" val="2959323757"/>
                    </a:ext>
                  </a:extLst>
                </a:gridCol>
                <a:gridCol w="1617435">
                  <a:extLst>
                    <a:ext uri="{9D8B030D-6E8A-4147-A177-3AD203B41FA5}">
                      <a16:colId xmlns:a16="http://schemas.microsoft.com/office/drawing/2014/main" val="2069326203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55646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35, 32, 40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Total: 110,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458325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30, 25, 40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Total: 95, 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07104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50, 60, 70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Total: 180,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7357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628F14-EB02-41DE-2318-E3F9BC443FA0}"/>
              </a:ext>
            </a:extLst>
          </p:cNvPr>
          <p:cNvSpPr txBox="1"/>
          <p:nvPr/>
        </p:nvSpPr>
        <p:spPr>
          <a:xfrm>
            <a:off x="6900333" y="745067"/>
            <a:ext cx="376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OUTPUT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08713-D6B0-6808-5ECE-C1213747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2" t="18762" r="-1296" b="1038"/>
          <a:stretch>
            <a:fillRect/>
          </a:stretch>
        </p:blipFill>
        <p:spPr>
          <a:xfrm>
            <a:off x="6282267" y="1896534"/>
            <a:ext cx="5638800" cy="18457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497FB3-BC15-C0E6-E392-70FC630E66A3}"/>
              </a:ext>
            </a:extLst>
          </p:cNvPr>
          <p:cNvSpPr txBox="1"/>
          <p:nvPr/>
        </p:nvSpPr>
        <p:spPr>
          <a:xfrm>
            <a:off x="292963" y="4675313"/>
            <a:ext cx="246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AF1B-C61F-47EA-2BA3-1B6C7DFCD0D1}"/>
              </a:ext>
            </a:extLst>
          </p:cNvPr>
          <p:cNvSpPr txBox="1"/>
          <p:nvPr/>
        </p:nvSpPr>
        <p:spPr>
          <a:xfrm>
            <a:off x="292964" y="5115581"/>
            <a:ext cx="11217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program checks subject-wise marks, applies grace marks when eligible, calculates total marks, and displays the final pass or fail result.</a:t>
            </a:r>
          </a:p>
        </p:txBody>
      </p:sp>
    </p:spTree>
    <p:extLst>
      <p:ext uri="{BB962C8B-B14F-4D97-AF65-F5344CB8AC3E}">
        <p14:creationId xmlns:p14="http://schemas.microsoft.com/office/powerpoint/2010/main" val="307120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3986</Words>
  <Application>Microsoft Office PowerPoint</Application>
  <PresentationFormat>Widescreen</PresentationFormat>
  <Paragraphs>962</Paragraphs>
  <Slides>45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Arial Narrow</vt:lpstr>
      <vt:lpstr>Cambria Math</vt:lpstr>
      <vt:lpstr>Office Theme</vt:lpstr>
      <vt:lpstr>PYTHON PROGRAMMING  10 CASE STUDIES</vt:lpstr>
      <vt:lpstr>10 CASE STUDIES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SRI</dc:creator>
  <cp:lastModifiedBy>KEERTHI SRI</cp:lastModifiedBy>
  <cp:revision>1</cp:revision>
  <dcterms:created xsi:type="dcterms:W3CDTF">2026-10-25T05:46:14Z</dcterms:created>
  <dcterms:modified xsi:type="dcterms:W3CDTF">2026-10-28T16:40:27Z</dcterms:modified>
</cp:coreProperties>
</file>